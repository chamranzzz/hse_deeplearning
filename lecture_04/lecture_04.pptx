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1675"/>
  <p:notesSz cx="6858000" cy="12191675"/>
  <p:embeddedFontLst>
    <p:embeddedFont>
      <p:font typeface="Robot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0C851E-0731-4DB1-B0A7-56B97450EE4F}">
  <a:tblStyle styleId="{060C851E-0731-4DB1-B0A7-56B97450EE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Вступление, знакомство. Обозначить формат курса: лекция + семинар 2 раза в неделю.</a:t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35" name="Google Shape;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h4b24d7cf56d8f92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h4b24d7cf56d8f92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45" name="Google Shape;45;h4b24d7cf56d8f92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4b24d7cf56d8f92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h4b24d7cf56d8f92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58" name="Google Shape;58;h4b24d7cf56d8f92d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b24d7cf56d8f92d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h4b24d7cf56d8f92d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75" name="Google Shape;75;h4b24d7cf56d8f92d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b24d7cf56d8f92d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h4b24d7cf56d8f92d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93" name="Google Shape;93;h4b24d7cf56d8f92d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b24d7cf56d8f92d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h4b24d7cf56d8f92d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12" name="Google Shape;112;h4b24d7cf56d8f92d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b24d7cf56d8f92d_1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h4b24d7cf56d8f92d_1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32" name="Google Shape;132;h4b24d7cf56d8f92d_1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4b24d7cf56d8f92d_1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4b24d7cf56d8f92d_1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46" name="Google Shape;146;h4b24d7cf56d8f92d_1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b24d7cf56d8f92d_1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h4b24d7cf56d8f92d_1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58" name="Google Shape;158;h4b24d7cf56d8f92d_1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b24d7cf56d8f92d_11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4b24d7cf56d8f92d_11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73" name="Google Shape;173;h4b24d7cf56d8f92d_11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4b24d7cf56d8f92d_1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h4b24d7cf56d8f92d_1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89" name="Google Shape;189;h4b24d7cf56d8f92d_11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b24d7cf56d8f92d_11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h4b24d7cf56d8f92d_11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209" name="Google Shape;209;h4b24d7cf56d8f92d_11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4b24d7cf56d8f92d_11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h4b24d7cf56d8f92d_11_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321" name="Google Shape;321;h4b24d7cf56d8f92d_11_2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4b24d7cf56d8f92d_11_4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h4b24d7cf56d8f92d_11_4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340" name="Google Shape;340;h4b24d7cf56d8f92d_11_4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4b24d7cf56d8f92d_11_4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4b24d7cf56d8f92d_11_4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381" name="Google Shape;381;h4b24d7cf56d8f92d_11_4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4b24d7cf56d8f92d_11_5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h4b24d7cf56d8f92d_11_5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407" name="Google Shape;407;h4b24d7cf56d8f92d_11_5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4b24d7cf56d8f92d_11_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h4b24d7cf56d8f92d_11_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434" name="Google Shape;434;h4b24d7cf56d8f92d_11_5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4b24d7cf56d8f92d_11_5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h4b24d7cf56d8f92d_11_5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455" name="Google Shape;455;h4b24d7cf56d8f92d_11_5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4b24d7cf56d8f92d_11_7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h4b24d7cf56d8f92d_11_7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480" name="Google Shape;480;h4b24d7cf56d8f92d_11_7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4b24d7cf56d8f92d_11_6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h4b24d7cf56d8f92d_11_6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592" name="Google Shape;592;h4b24d7cf56d8f92d_11_6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4b24d7cf56d8f92d_11_8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h4b24d7cf56d8f92d_11_8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603" name="Google Shape;603;h4b24d7cf56d8f92d_11_8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h4b24d7cf56d8f92d_11_8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h4b24d7cf56d8f92d_11_8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633" name="Google Shape;633;h4b24d7cf56d8f92d_11_8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h4b24d7cf56d8f92d_11_9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h4b24d7cf56d8f92d_11_9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668" name="Google Shape;668;h4b24d7cf56d8f92d_11_9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h4b24d7cf56d8f92d_11_9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h4b24d7cf56d8f92d_11_9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704" name="Google Shape;704;h4b24d7cf56d8f92d_11_9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h4b24d7cf56d8f92d_11_10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h4b24d7cf56d8f92d_11_10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732" name="Google Shape;732;h4b24d7cf56d8f92d_11_10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4b24d7cf56d8f92d_11_10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h4b24d7cf56d8f92d_11_10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764" name="Google Shape;764;h4b24d7cf56d8f92d_11_10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h4b24d7cf56d8f92d_11_10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h4b24d7cf56d8f92d_11_10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798" name="Google Shape;798;h4b24d7cf56d8f92d_11_10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h4b24d7cf56d8f92d_11_1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h4b24d7cf56d8f92d_11_1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810" name="Google Shape;810;h4b24d7cf56d8f92d_11_1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h4b24d7cf56d8f92d_11_1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h4b24d7cf56d8f92d_11_1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831" name="Google Shape;831;h4b24d7cf56d8f92d_11_1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4b24d7cf56d8f92d_11_1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h4b24d7cf56d8f92d_11_1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853" name="Google Shape;853;h4b24d7cf56d8f92d_11_1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h4b24d7cf56d8f92d_11_1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h4b24d7cf56d8f92d_11_1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875" name="Google Shape;875;h4b24d7cf56d8f92d_11_1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h4b24d7cf56d8f92d_11_1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h4b24d7cf56d8f92d_11_1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896" name="Google Shape;896;h4b24d7cf56d8f92d_11_1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h7e1048737ac77f5a_34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h7e1048737ac77f5a_34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920" name="Google Shape;920;h7e1048737ac77f5a_34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h7e1048737ac77f5a_34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h7e1048737ac77f5a_34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949" name="Google Shape;949;h7e1048737ac77f5a_34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h7e1048737ac77f5a_34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h7e1048737ac77f5a_34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961" name="Google Shape;961;h7e1048737ac77f5a_34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h7e1048737ac77f5a_34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h7e1048737ac77f5a_34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984" name="Google Shape;984;h7e1048737ac77f5a_34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h7e1048737ac77f5a_34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h7e1048737ac77f5a_34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007" name="Google Shape;1007;h7e1048737ac77f5a_34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h7e1048737ac77f5a_34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h7e1048737ac77f5a_34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030" name="Google Shape;1030;h7e1048737ac77f5a_34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h7e1048737ac77f5a_34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h7e1048737ac77f5a_34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053" name="Google Shape;1053;h7e1048737ac77f5a_34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h7e1048737ac77f5a_34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h7e1048737ac77f5a_34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082" name="Google Shape;1082;h7e1048737ac77f5a_34_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torch.nn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9692640" y="201168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692640" y="2011680"/>
            <a:ext cx="1188720" cy="150876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 rot="10800000">
            <a:off x="9692640" y="251460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9692640" y="301752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 rot="10800000">
            <a:off x="9692640" y="2514600"/>
            <a:ext cx="1188720" cy="150876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flipH="1" rot="10800000">
            <a:off x="9692640" y="352044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9692640" y="201168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692640" y="301752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692640" y="402336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881360" y="251460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881360" y="352044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КУРС «НЕЙРОННЫЕ СЕТИ»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48640" y="196596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Тема </a:t>
            </a:r>
            <a:r>
              <a:rPr b="1" lang="en-US" sz="4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r>
              <a:rPr b="1" lang="en-US" sz="4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Сверточные нейронные сети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548640" y="461772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 txBox="1"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Лекция </a:t>
            </a:r>
            <a:r>
              <a:rPr lang="en-US" sz="1200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 · Модуль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Зрительная кора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075" y="1746075"/>
            <a:ext cx="9434726" cy="3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" name="Google Shape;51;p5"/>
          <p:cNvGraphicFramePr/>
          <p:nvPr/>
        </p:nvGraphicFramePr>
        <p:xfrm>
          <a:off x="857625" y="20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78375"/>
                <a:gridCol w="478375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" name="Google Shape;52;p5"/>
          <p:cNvSpPr txBox="1"/>
          <p:nvPr/>
        </p:nvSpPr>
        <p:spPr>
          <a:xfrm>
            <a:off x="4765400" y="37710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" name="Google Shape;53;p5"/>
          <p:cNvGraphicFramePr/>
          <p:nvPr/>
        </p:nvGraphicFramePr>
        <p:xfrm>
          <a:off x="4833063" y="42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5"/>
          <p:cNvSpPr txBox="1"/>
          <p:nvPr/>
        </p:nvSpPr>
        <p:spPr>
          <a:xfrm>
            <a:off x="857625" y="16073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" name="Google Shape;64;p6"/>
          <p:cNvGraphicFramePr/>
          <p:nvPr/>
        </p:nvGraphicFramePr>
        <p:xfrm>
          <a:off x="857625" y="20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78375"/>
                <a:gridCol w="478375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5" name="Google Shape;65;p6"/>
          <p:cNvSpPr txBox="1"/>
          <p:nvPr/>
        </p:nvSpPr>
        <p:spPr>
          <a:xfrm>
            <a:off x="4765400" y="37710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6" name="Google Shape;66;p6"/>
          <p:cNvGraphicFramePr/>
          <p:nvPr/>
        </p:nvGraphicFramePr>
        <p:xfrm>
          <a:off x="4833063" y="42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</a:tbl>
          </a:graphicData>
        </a:graphic>
      </p:graphicFrame>
      <p:sp>
        <p:nvSpPr>
          <p:cNvPr id="67" name="Google Shape;67;p6"/>
          <p:cNvSpPr txBox="1"/>
          <p:nvPr/>
        </p:nvSpPr>
        <p:spPr>
          <a:xfrm>
            <a:off x="857625" y="16073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4833075" y="1952025"/>
            <a:ext cx="58326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=w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11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… + 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aseline="-25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=σ(z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" name="Google Shape;69;p6"/>
          <p:cNvGraphicFramePr/>
          <p:nvPr/>
        </p:nvGraphicFramePr>
        <p:xfrm>
          <a:off x="7126100" y="46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70" name="Google Shape;70;p6"/>
          <p:cNvCxnSpPr/>
          <p:nvPr/>
        </p:nvCxnSpPr>
        <p:spPr>
          <a:xfrm>
            <a:off x="6156525" y="4241600"/>
            <a:ext cx="1369500" cy="3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6"/>
          <p:cNvCxnSpPr/>
          <p:nvPr/>
        </p:nvCxnSpPr>
        <p:spPr>
          <a:xfrm flipH="1" rot="10800000">
            <a:off x="6151575" y="5025375"/>
            <a:ext cx="1364400" cy="38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7"/>
          <p:cNvGraphicFramePr/>
          <p:nvPr/>
        </p:nvGraphicFramePr>
        <p:xfrm>
          <a:off x="857625" y="20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78375"/>
                <a:gridCol w="478375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2" name="Google Shape;82;p7"/>
          <p:cNvSpPr txBox="1"/>
          <p:nvPr/>
        </p:nvSpPr>
        <p:spPr>
          <a:xfrm>
            <a:off x="4765400" y="37710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3" name="Google Shape;83;p7"/>
          <p:cNvGraphicFramePr/>
          <p:nvPr/>
        </p:nvGraphicFramePr>
        <p:xfrm>
          <a:off x="4833063" y="42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p7"/>
          <p:cNvSpPr txBox="1"/>
          <p:nvPr/>
        </p:nvSpPr>
        <p:spPr>
          <a:xfrm>
            <a:off x="857625" y="16073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4833075" y="1952025"/>
            <a:ext cx="58326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=w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11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… + 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aseline="-25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=σ(z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7"/>
          <p:cNvGraphicFramePr/>
          <p:nvPr/>
        </p:nvGraphicFramePr>
        <p:xfrm>
          <a:off x="7126100" y="46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87" name="Google Shape;87;p7"/>
          <p:cNvCxnSpPr/>
          <p:nvPr/>
        </p:nvCxnSpPr>
        <p:spPr>
          <a:xfrm>
            <a:off x="6156525" y="4241600"/>
            <a:ext cx="1722300" cy="4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7"/>
          <p:cNvCxnSpPr/>
          <p:nvPr/>
        </p:nvCxnSpPr>
        <p:spPr>
          <a:xfrm flipH="1" rot="10800000">
            <a:off x="6151575" y="5044875"/>
            <a:ext cx="173880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9" name="Google Shape;89;p7"/>
          <p:cNvGraphicFramePr/>
          <p:nvPr/>
        </p:nvGraphicFramePr>
        <p:xfrm>
          <a:off x="7520100" y="46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8"/>
          <p:cNvGraphicFramePr/>
          <p:nvPr/>
        </p:nvGraphicFramePr>
        <p:xfrm>
          <a:off x="857625" y="20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78375"/>
                <a:gridCol w="478375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0" name="Google Shape;100;p8"/>
          <p:cNvSpPr txBox="1"/>
          <p:nvPr/>
        </p:nvSpPr>
        <p:spPr>
          <a:xfrm>
            <a:off x="4765400" y="37710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1" name="Google Shape;101;p8"/>
          <p:cNvGraphicFramePr/>
          <p:nvPr/>
        </p:nvGraphicFramePr>
        <p:xfrm>
          <a:off x="4833063" y="42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8"/>
          <p:cNvSpPr txBox="1"/>
          <p:nvPr/>
        </p:nvSpPr>
        <p:spPr>
          <a:xfrm>
            <a:off x="857625" y="16073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4833075" y="1952025"/>
            <a:ext cx="58326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=w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11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… + 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w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aseline="-25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=σ(z</a:t>
            </a:r>
            <a:r>
              <a:rPr baseline="-25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" name="Google Shape;104;p8"/>
          <p:cNvGraphicFramePr/>
          <p:nvPr/>
        </p:nvGraphicFramePr>
        <p:xfrm>
          <a:off x="7126100" y="46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105" name="Google Shape;105;p8"/>
          <p:cNvCxnSpPr/>
          <p:nvPr/>
        </p:nvCxnSpPr>
        <p:spPr>
          <a:xfrm>
            <a:off x="6156525" y="4241600"/>
            <a:ext cx="2157900" cy="3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8"/>
          <p:cNvCxnSpPr/>
          <p:nvPr/>
        </p:nvCxnSpPr>
        <p:spPr>
          <a:xfrm flipH="1" rot="10800000">
            <a:off x="6151575" y="5033775"/>
            <a:ext cx="214320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7" name="Google Shape;107;p8"/>
          <p:cNvGraphicFramePr/>
          <p:nvPr/>
        </p:nvGraphicFramePr>
        <p:xfrm>
          <a:off x="7520100" y="46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Google Shape;108;p8"/>
          <p:cNvGraphicFramePr/>
          <p:nvPr/>
        </p:nvGraphicFramePr>
        <p:xfrm>
          <a:off x="7914100" y="46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548643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9"/>
          <p:cNvGraphicFramePr/>
          <p:nvPr/>
        </p:nvGraphicFramePr>
        <p:xfrm>
          <a:off x="857625" y="20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66600"/>
                <a:gridCol w="490150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52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56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72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76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9"/>
          <p:cNvSpPr txBox="1"/>
          <p:nvPr/>
        </p:nvSpPr>
        <p:spPr>
          <a:xfrm>
            <a:off x="4943500" y="1390325"/>
            <a:ext cx="5760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1" baseline="-25000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baseline="-25000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" name="Google Shape;120;p9"/>
          <p:cNvGraphicFramePr/>
          <p:nvPr/>
        </p:nvGraphicFramePr>
        <p:xfrm>
          <a:off x="4574300" y="208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9"/>
          <p:cNvSpPr txBox="1"/>
          <p:nvPr/>
        </p:nvSpPr>
        <p:spPr>
          <a:xfrm>
            <a:off x="857625" y="1607300"/>
            <a:ext cx="505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4943500" y="3491025"/>
            <a:ext cx="5760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1" baseline="-25000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baseline="-25000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p9"/>
          <p:cNvGraphicFramePr/>
          <p:nvPr/>
        </p:nvGraphicFramePr>
        <p:xfrm>
          <a:off x="4574300" y="418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9"/>
          <p:cNvSpPr/>
          <p:nvPr/>
        </p:nvSpPr>
        <p:spPr>
          <a:xfrm>
            <a:off x="6058075" y="3462788"/>
            <a:ext cx="1023900" cy="51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9"/>
          <p:cNvGraphicFramePr/>
          <p:nvPr/>
        </p:nvGraphicFramePr>
        <p:xfrm>
          <a:off x="8394300" y="208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9"/>
          <p:cNvSpPr/>
          <p:nvPr/>
        </p:nvSpPr>
        <p:spPr>
          <a:xfrm rot="1952409">
            <a:off x="7432785" y="1280336"/>
            <a:ext cx="344122" cy="1612008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 txBox="1"/>
          <p:nvPr/>
        </p:nvSpPr>
        <p:spPr>
          <a:xfrm rot="-3209600">
            <a:off x="6675860" y="1520847"/>
            <a:ext cx="1429109" cy="431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n_channels</a:t>
            </a:r>
            <a:endParaRPr b="1" sz="1600"/>
          </a:p>
        </p:txBody>
      </p:sp>
      <p:graphicFrame>
        <p:nvGraphicFramePr>
          <p:cNvPr id="128" name="Google Shape;128;p9"/>
          <p:cNvGraphicFramePr/>
          <p:nvPr/>
        </p:nvGraphicFramePr>
        <p:xfrm>
          <a:off x="7689825" y="314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10"/>
          <p:cNvGraphicFramePr/>
          <p:nvPr/>
        </p:nvGraphicFramePr>
        <p:xfrm>
          <a:off x="857625" y="20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78375"/>
                <a:gridCol w="478375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9D6A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9D6A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9D6A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9D6A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0"/>
          <p:cNvSpPr txBox="1"/>
          <p:nvPr/>
        </p:nvSpPr>
        <p:spPr>
          <a:xfrm>
            <a:off x="1684575" y="1417250"/>
            <a:ext cx="2235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width = 7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 rot="-5400000">
            <a:off x="-555350" y="3027050"/>
            <a:ext cx="2235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height = 1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1" name="Google Shape;141;p10"/>
          <p:cNvGraphicFramePr/>
          <p:nvPr/>
        </p:nvGraphicFramePr>
        <p:xfrm>
          <a:off x="6386375" y="253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10"/>
          <p:cNvSpPr txBox="1"/>
          <p:nvPr/>
        </p:nvSpPr>
        <p:spPr>
          <a:xfrm>
            <a:off x="4751050" y="1696550"/>
            <a:ext cx="4027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По умолчанию ядра сжимают размерность исходного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изображения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Ядра свертки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1"/>
          <p:cNvGraphicFramePr/>
          <p:nvPr/>
        </p:nvGraphicFramePr>
        <p:xfrm>
          <a:off x="676275" y="182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2100"/>
                <a:gridCol w="442100"/>
                <a:gridCol w="442100"/>
                <a:gridCol w="442100"/>
                <a:gridCol w="442100"/>
                <a:gridCol w="442100"/>
                <a:gridCol w="442100"/>
                <a:gridCol w="442100"/>
                <a:gridCol w="442100"/>
              </a:tblGrid>
              <a:tr h="38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BD2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CEBD2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CEBD2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CEBD2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CEBD2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CEBD2"/>
                    </a:solidFill>
                  </a:tcPr>
                </a:tc>
              </a:tr>
              <a:tr h="4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9D6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BD2"/>
                    </a:solidFill>
                  </a:tcPr>
                </a:tc>
              </a:tr>
              <a:tr h="38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A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Google Shape;153;p11"/>
          <p:cNvGraphicFramePr/>
          <p:nvPr/>
        </p:nvGraphicFramePr>
        <p:xfrm>
          <a:off x="6777050" y="215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78375"/>
                <a:gridCol w="478375"/>
                <a:gridCol w="478375"/>
                <a:gridCol w="478375"/>
                <a:gridCol w="478375"/>
                <a:gridCol w="478375"/>
                <a:gridCol w="478375"/>
              </a:tblGrid>
              <a:tr h="4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1"/>
          <p:cNvSpPr txBox="1"/>
          <p:nvPr/>
        </p:nvSpPr>
        <p:spPr>
          <a:xfrm>
            <a:off x="4878550" y="1474063"/>
            <a:ext cx="3151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Padding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 - способ сохранить исходную размерность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MaxPooling, MinPooling, AveragePooling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5014075" y="2951225"/>
            <a:ext cx="5153100" cy="19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MaxPooling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- отбор наибольших значений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MinPooling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отбор наименьших значений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AveragePooling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отбор средних значений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5" name="Google Shape;165;p12"/>
          <p:cNvGraphicFramePr/>
          <p:nvPr/>
        </p:nvGraphicFramePr>
        <p:xfrm>
          <a:off x="829575" y="2500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85925"/>
                <a:gridCol w="510450"/>
                <a:gridCol w="498200"/>
                <a:gridCol w="498200"/>
                <a:gridCol w="498200"/>
                <a:gridCol w="498200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cxnSp>
        <p:nvCxnSpPr>
          <p:cNvPr id="166" name="Google Shape;166;p12"/>
          <p:cNvCxnSpPr/>
          <p:nvPr/>
        </p:nvCxnSpPr>
        <p:spPr>
          <a:xfrm flipH="1">
            <a:off x="1821125" y="25040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2"/>
          <p:cNvCxnSpPr/>
          <p:nvPr/>
        </p:nvCxnSpPr>
        <p:spPr>
          <a:xfrm flipH="1">
            <a:off x="2810350" y="25040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2"/>
          <p:cNvCxnSpPr/>
          <p:nvPr/>
        </p:nvCxnSpPr>
        <p:spPr>
          <a:xfrm>
            <a:off x="838675" y="34385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2"/>
          <p:cNvCxnSpPr/>
          <p:nvPr/>
        </p:nvCxnSpPr>
        <p:spPr>
          <a:xfrm>
            <a:off x="838675" y="43806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MaxPooling, MinPooling, AveragePooling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5078275" y="1977325"/>
            <a:ext cx="5153100" cy="19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MaxPooling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- отбор наибольших значений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MinPooling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отбор наименьших значений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AveragePooling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отбор средних значений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" name="Google Shape;180;p13"/>
          <p:cNvGraphicFramePr/>
          <p:nvPr/>
        </p:nvGraphicFramePr>
        <p:xfrm>
          <a:off x="893775" y="15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85925"/>
                <a:gridCol w="510450"/>
                <a:gridCol w="498200"/>
                <a:gridCol w="498200"/>
                <a:gridCol w="498200"/>
                <a:gridCol w="498200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cxnSp>
        <p:nvCxnSpPr>
          <p:cNvPr id="181" name="Google Shape;181;p13"/>
          <p:cNvCxnSpPr/>
          <p:nvPr/>
        </p:nvCxnSpPr>
        <p:spPr>
          <a:xfrm flipH="1">
            <a:off x="1885325" y="15301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3"/>
          <p:cNvCxnSpPr/>
          <p:nvPr/>
        </p:nvCxnSpPr>
        <p:spPr>
          <a:xfrm flipH="1">
            <a:off x="2874550" y="15301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3"/>
          <p:cNvCxnSpPr/>
          <p:nvPr/>
        </p:nvCxnSpPr>
        <p:spPr>
          <a:xfrm>
            <a:off x="902875" y="24646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3"/>
          <p:cNvCxnSpPr/>
          <p:nvPr/>
        </p:nvCxnSpPr>
        <p:spPr>
          <a:xfrm>
            <a:off x="902875" y="34067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5" name="Google Shape;1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950" y="4558038"/>
            <a:ext cx="9092792" cy="164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MaxPooling, MinPooling, AveragePooling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4"/>
          <p:cNvGraphicFramePr/>
          <p:nvPr/>
        </p:nvGraphicFramePr>
        <p:xfrm>
          <a:off x="5122038" y="314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38125"/>
                <a:gridCol w="438125"/>
                <a:gridCol w="43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7C88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6" name="Google Shape;196;p14"/>
          <p:cNvGraphicFramePr/>
          <p:nvPr/>
        </p:nvGraphicFramePr>
        <p:xfrm>
          <a:off x="690425" y="2200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85925"/>
                <a:gridCol w="510450"/>
                <a:gridCol w="498200"/>
                <a:gridCol w="498200"/>
                <a:gridCol w="498200"/>
                <a:gridCol w="498200"/>
              </a:tblGrid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cxnSp>
        <p:nvCxnSpPr>
          <p:cNvPr id="197" name="Google Shape;197;p14"/>
          <p:cNvCxnSpPr/>
          <p:nvPr/>
        </p:nvCxnSpPr>
        <p:spPr>
          <a:xfrm flipH="1">
            <a:off x="1681975" y="220440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4"/>
          <p:cNvCxnSpPr/>
          <p:nvPr/>
        </p:nvCxnSpPr>
        <p:spPr>
          <a:xfrm flipH="1">
            <a:off x="2671200" y="220440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4"/>
          <p:cNvCxnSpPr/>
          <p:nvPr/>
        </p:nvCxnSpPr>
        <p:spPr>
          <a:xfrm>
            <a:off x="699525" y="313892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14"/>
          <p:cNvCxnSpPr/>
          <p:nvPr/>
        </p:nvCxnSpPr>
        <p:spPr>
          <a:xfrm>
            <a:off x="699525" y="408102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14"/>
          <p:cNvSpPr/>
          <p:nvPr/>
        </p:nvSpPr>
        <p:spPr>
          <a:xfrm>
            <a:off x="8160225" y="3634575"/>
            <a:ext cx="198900" cy="219300"/>
          </a:xfrm>
          <a:prstGeom prst="flowChartConnector">
            <a:avLst/>
          </a:prstGeom>
          <a:solidFill>
            <a:schemeClr val="accent5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14"/>
          <p:cNvCxnSpPr>
            <a:endCxn id="201" idx="2"/>
          </p:cNvCxnSpPr>
          <p:nvPr/>
        </p:nvCxnSpPr>
        <p:spPr>
          <a:xfrm>
            <a:off x="681225" y="2204325"/>
            <a:ext cx="7479000" cy="153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4"/>
          <p:cNvCxnSpPr/>
          <p:nvPr/>
        </p:nvCxnSpPr>
        <p:spPr>
          <a:xfrm>
            <a:off x="3707675" y="2212000"/>
            <a:ext cx="4452600" cy="1515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4"/>
          <p:cNvCxnSpPr>
            <a:endCxn id="201" idx="2"/>
          </p:cNvCxnSpPr>
          <p:nvPr/>
        </p:nvCxnSpPr>
        <p:spPr>
          <a:xfrm flipH="1" rot="10800000">
            <a:off x="715725" y="3744225"/>
            <a:ext cx="7444500" cy="150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4"/>
          <p:cNvCxnSpPr/>
          <p:nvPr/>
        </p:nvCxnSpPr>
        <p:spPr>
          <a:xfrm flipH="1" rot="10800000">
            <a:off x="3668000" y="3727550"/>
            <a:ext cx="4500900" cy="145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Общая архитектура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25" y="3506737"/>
            <a:ext cx="1537895" cy="13992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" name="Google Shape;216;p15"/>
          <p:cNvGraphicFramePr/>
          <p:nvPr/>
        </p:nvGraphicFramePr>
        <p:xfrm>
          <a:off x="2031900" y="246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Google Shape;217;p15"/>
          <p:cNvGraphicFramePr/>
          <p:nvPr/>
        </p:nvGraphicFramePr>
        <p:xfrm>
          <a:off x="2170875" y="264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8" name="Google Shape;218;p15"/>
          <p:cNvGraphicFramePr/>
          <p:nvPr/>
        </p:nvGraphicFramePr>
        <p:xfrm>
          <a:off x="2312800" y="280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9" name="Google Shape;219;p15"/>
          <p:cNvGraphicFramePr/>
          <p:nvPr/>
        </p:nvGraphicFramePr>
        <p:xfrm>
          <a:off x="2433800" y="294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0" name="Google Shape;220;p15"/>
          <p:cNvGraphicFramePr/>
          <p:nvPr/>
        </p:nvGraphicFramePr>
        <p:xfrm>
          <a:off x="2565275" y="3094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1" name="Google Shape;221;p15"/>
          <p:cNvGraphicFramePr/>
          <p:nvPr/>
        </p:nvGraphicFramePr>
        <p:xfrm>
          <a:off x="2707175" y="330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Google Shape;222;p15"/>
          <p:cNvGraphicFramePr/>
          <p:nvPr/>
        </p:nvGraphicFramePr>
        <p:xfrm>
          <a:off x="2849125" y="3452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" name="Google Shape;223;p15"/>
          <p:cNvGraphicFramePr/>
          <p:nvPr/>
        </p:nvGraphicFramePr>
        <p:xfrm>
          <a:off x="3011975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4" name="Google Shape;224;p15"/>
          <p:cNvGraphicFramePr/>
          <p:nvPr/>
        </p:nvGraphicFramePr>
        <p:xfrm>
          <a:off x="3126300" y="37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15"/>
          <p:cNvGraphicFramePr/>
          <p:nvPr/>
        </p:nvGraphicFramePr>
        <p:xfrm>
          <a:off x="3293925" y="396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5"/>
          <p:cNvSpPr txBox="1"/>
          <p:nvPr/>
        </p:nvSpPr>
        <p:spPr>
          <a:xfrm>
            <a:off x="3011975" y="498165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(10, 32, 32)</a:t>
            </a:r>
            <a:endParaRPr sz="1600"/>
          </a:p>
        </p:txBody>
      </p:sp>
      <p:sp>
        <p:nvSpPr>
          <p:cNvPr id="227" name="Google Shape;227;p15"/>
          <p:cNvSpPr txBox="1"/>
          <p:nvPr/>
        </p:nvSpPr>
        <p:spPr>
          <a:xfrm>
            <a:off x="452500" y="496680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(10, 32, 32)</a:t>
            </a:r>
            <a:endParaRPr sz="1600"/>
          </a:p>
        </p:txBody>
      </p:sp>
      <p:graphicFrame>
        <p:nvGraphicFramePr>
          <p:cNvPr id="228" name="Google Shape;228;p15"/>
          <p:cNvGraphicFramePr/>
          <p:nvPr/>
        </p:nvGraphicFramePr>
        <p:xfrm>
          <a:off x="4054275" y="291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15"/>
          <p:cNvSpPr txBox="1"/>
          <p:nvPr/>
        </p:nvSpPr>
        <p:spPr>
          <a:xfrm>
            <a:off x="4595863" y="496680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(10, 16, 16)</a:t>
            </a:r>
            <a:endParaRPr sz="1600"/>
          </a:p>
        </p:txBody>
      </p:sp>
      <p:graphicFrame>
        <p:nvGraphicFramePr>
          <p:cNvPr id="230" name="Google Shape;230;p15"/>
          <p:cNvGraphicFramePr/>
          <p:nvPr/>
        </p:nvGraphicFramePr>
        <p:xfrm>
          <a:off x="4206675" y="307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1" name="Google Shape;231;p15"/>
          <p:cNvGraphicFramePr/>
          <p:nvPr/>
        </p:nvGraphicFramePr>
        <p:xfrm>
          <a:off x="4359075" y="322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2" name="Google Shape;232;p15"/>
          <p:cNvGraphicFramePr/>
          <p:nvPr/>
        </p:nvGraphicFramePr>
        <p:xfrm>
          <a:off x="4511475" y="33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Google Shape;233;p15"/>
          <p:cNvGraphicFramePr/>
          <p:nvPr/>
        </p:nvGraphicFramePr>
        <p:xfrm>
          <a:off x="4663875" y="352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Google Shape;234;p15"/>
          <p:cNvGraphicFramePr/>
          <p:nvPr/>
        </p:nvGraphicFramePr>
        <p:xfrm>
          <a:off x="4816275" y="368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Google Shape;235;p15"/>
          <p:cNvGraphicFramePr/>
          <p:nvPr/>
        </p:nvGraphicFramePr>
        <p:xfrm>
          <a:off x="4968675" y="383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6" name="Google Shape;236;p15"/>
          <p:cNvGraphicFramePr/>
          <p:nvPr/>
        </p:nvGraphicFramePr>
        <p:xfrm>
          <a:off x="5121075" y="39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Google Shape;237;p15"/>
          <p:cNvGraphicFramePr/>
          <p:nvPr/>
        </p:nvGraphicFramePr>
        <p:xfrm>
          <a:off x="5273475" y="4137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Google Shape;238;p15"/>
          <p:cNvGraphicFramePr/>
          <p:nvPr/>
        </p:nvGraphicFramePr>
        <p:xfrm>
          <a:off x="4748100" y="153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9" name="Google Shape;239;p15"/>
          <p:cNvGraphicFramePr/>
          <p:nvPr/>
        </p:nvGraphicFramePr>
        <p:xfrm>
          <a:off x="4900500" y="168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0" name="Google Shape;240;p15"/>
          <p:cNvGraphicFramePr/>
          <p:nvPr/>
        </p:nvGraphicFramePr>
        <p:xfrm>
          <a:off x="5052900" y="184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" name="Google Shape;241;p15"/>
          <p:cNvGraphicFramePr/>
          <p:nvPr/>
        </p:nvGraphicFramePr>
        <p:xfrm>
          <a:off x="5205300" y="19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" name="Google Shape;242;p15"/>
          <p:cNvGraphicFramePr/>
          <p:nvPr/>
        </p:nvGraphicFramePr>
        <p:xfrm>
          <a:off x="5357700" y="214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3" name="Google Shape;243;p15"/>
          <p:cNvGraphicFramePr/>
          <p:nvPr/>
        </p:nvGraphicFramePr>
        <p:xfrm>
          <a:off x="5510100" y="22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4" name="Google Shape;244;p15"/>
          <p:cNvGraphicFramePr/>
          <p:nvPr/>
        </p:nvGraphicFramePr>
        <p:xfrm>
          <a:off x="5662500" y="245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5" name="Google Shape;245;p15"/>
          <p:cNvGraphicFramePr/>
          <p:nvPr/>
        </p:nvGraphicFramePr>
        <p:xfrm>
          <a:off x="5814900" y="260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6" name="Google Shape;246;p15"/>
          <p:cNvGraphicFramePr/>
          <p:nvPr/>
        </p:nvGraphicFramePr>
        <p:xfrm>
          <a:off x="5967300" y="275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7" name="Google Shape;247;p15"/>
          <p:cNvGraphicFramePr/>
          <p:nvPr/>
        </p:nvGraphicFramePr>
        <p:xfrm>
          <a:off x="6119700" y="290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8" name="Google Shape;248;p15"/>
          <p:cNvGraphicFramePr/>
          <p:nvPr/>
        </p:nvGraphicFramePr>
        <p:xfrm>
          <a:off x="6261300" y="307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9" name="Google Shape;249;p15"/>
          <p:cNvGraphicFramePr/>
          <p:nvPr/>
        </p:nvGraphicFramePr>
        <p:xfrm>
          <a:off x="6413700" y="322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" name="Google Shape;250;p15"/>
          <p:cNvGraphicFramePr/>
          <p:nvPr/>
        </p:nvGraphicFramePr>
        <p:xfrm>
          <a:off x="6566100" y="33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Google Shape;251;p15"/>
          <p:cNvGraphicFramePr/>
          <p:nvPr/>
        </p:nvGraphicFramePr>
        <p:xfrm>
          <a:off x="6718500" y="352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2" name="Google Shape;252;p15"/>
          <p:cNvGraphicFramePr/>
          <p:nvPr/>
        </p:nvGraphicFramePr>
        <p:xfrm>
          <a:off x="6870900" y="368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Google Shape;253;p15"/>
          <p:cNvGraphicFramePr/>
          <p:nvPr/>
        </p:nvGraphicFramePr>
        <p:xfrm>
          <a:off x="7023300" y="383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4" name="Google Shape;254;p15"/>
          <p:cNvGraphicFramePr/>
          <p:nvPr/>
        </p:nvGraphicFramePr>
        <p:xfrm>
          <a:off x="7175700" y="39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15"/>
          <p:cNvSpPr txBox="1"/>
          <p:nvPr/>
        </p:nvSpPr>
        <p:spPr>
          <a:xfrm>
            <a:off x="6545638" y="492275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(20, 16, 16)</a:t>
            </a:r>
            <a:endParaRPr sz="1600"/>
          </a:p>
        </p:txBody>
      </p:sp>
      <p:graphicFrame>
        <p:nvGraphicFramePr>
          <p:cNvPr id="256" name="Google Shape;256;p15"/>
          <p:cNvGraphicFramePr/>
          <p:nvPr/>
        </p:nvGraphicFramePr>
        <p:xfrm>
          <a:off x="6338563" y="180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7" name="Google Shape;257;p15"/>
          <p:cNvGraphicFramePr/>
          <p:nvPr/>
        </p:nvGraphicFramePr>
        <p:xfrm>
          <a:off x="6490963" y="195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8" name="Google Shape;258;p15"/>
          <p:cNvGraphicFramePr/>
          <p:nvPr/>
        </p:nvGraphicFramePr>
        <p:xfrm>
          <a:off x="6643363" y="210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9" name="Google Shape;259;p15"/>
          <p:cNvGraphicFramePr/>
          <p:nvPr/>
        </p:nvGraphicFramePr>
        <p:xfrm>
          <a:off x="6795763" y="226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0" name="Google Shape;260;p15"/>
          <p:cNvGraphicFramePr/>
          <p:nvPr/>
        </p:nvGraphicFramePr>
        <p:xfrm>
          <a:off x="6937363" y="237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1" name="Google Shape;261;p15"/>
          <p:cNvGraphicFramePr/>
          <p:nvPr/>
        </p:nvGraphicFramePr>
        <p:xfrm>
          <a:off x="7089763" y="2527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Google Shape;262;p15"/>
          <p:cNvGraphicFramePr/>
          <p:nvPr/>
        </p:nvGraphicFramePr>
        <p:xfrm>
          <a:off x="7242163" y="268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3" name="Google Shape;263;p15"/>
          <p:cNvGraphicFramePr/>
          <p:nvPr/>
        </p:nvGraphicFramePr>
        <p:xfrm>
          <a:off x="7394563" y="283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4" name="Google Shape;264;p15"/>
          <p:cNvGraphicFramePr/>
          <p:nvPr/>
        </p:nvGraphicFramePr>
        <p:xfrm>
          <a:off x="7497550" y="29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5" name="Google Shape;265;p15"/>
          <p:cNvGraphicFramePr/>
          <p:nvPr/>
        </p:nvGraphicFramePr>
        <p:xfrm>
          <a:off x="7649950" y="308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" name="Google Shape;266;p15"/>
          <p:cNvGraphicFramePr/>
          <p:nvPr/>
        </p:nvGraphicFramePr>
        <p:xfrm>
          <a:off x="7802350" y="324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" name="Google Shape;267;p15"/>
          <p:cNvGraphicFramePr/>
          <p:nvPr/>
        </p:nvGraphicFramePr>
        <p:xfrm>
          <a:off x="7971025" y="34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8" name="Google Shape;268;p15"/>
          <p:cNvGraphicFramePr/>
          <p:nvPr/>
        </p:nvGraphicFramePr>
        <p:xfrm>
          <a:off x="8123425" y="35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9" name="Google Shape;269;p15"/>
          <p:cNvGraphicFramePr/>
          <p:nvPr/>
        </p:nvGraphicFramePr>
        <p:xfrm>
          <a:off x="8275825" y="37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0" name="Google Shape;270;p15"/>
          <p:cNvGraphicFramePr/>
          <p:nvPr/>
        </p:nvGraphicFramePr>
        <p:xfrm>
          <a:off x="8428225" y="389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1" name="Google Shape;271;p15"/>
          <p:cNvGraphicFramePr/>
          <p:nvPr/>
        </p:nvGraphicFramePr>
        <p:xfrm>
          <a:off x="8580625" y="40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2" name="Google Shape;272;p15"/>
          <p:cNvGraphicFramePr/>
          <p:nvPr/>
        </p:nvGraphicFramePr>
        <p:xfrm>
          <a:off x="8720125" y="422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5"/>
          <p:cNvSpPr txBox="1"/>
          <p:nvPr/>
        </p:nvSpPr>
        <p:spPr>
          <a:xfrm>
            <a:off x="8308975" y="4874375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(20, 8, 8)</a:t>
            </a:r>
            <a:endParaRPr sz="1600"/>
          </a:p>
        </p:txBody>
      </p:sp>
      <p:sp>
        <p:nvSpPr>
          <p:cNvPr id="274" name="Google Shape;274;p15"/>
          <p:cNvSpPr/>
          <p:nvPr/>
        </p:nvSpPr>
        <p:spPr>
          <a:xfrm>
            <a:off x="10100675" y="2313225"/>
            <a:ext cx="444300" cy="437700"/>
          </a:xfrm>
          <a:prstGeom prst="ellipse">
            <a:avLst/>
          </a:prstGeom>
          <a:solidFill>
            <a:srgbClr val="F9D6A1"/>
          </a:solidFill>
          <a:ln cap="flat" cmpd="sng" w="2857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10103250" y="2958925"/>
            <a:ext cx="444300" cy="437700"/>
          </a:xfrm>
          <a:prstGeom prst="ellipse">
            <a:avLst/>
          </a:prstGeom>
          <a:solidFill>
            <a:srgbClr val="F9D6A1"/>
          </a:solidFill>
          <a:ln cap="flat" cmpd="sng" w="2857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10100675" y="3604625"/>
            <a:ext cx="444300" cy="437700"/>
          </a:xfrm>
          <a:prstGeom prst="ellipse">
            <a:avLst/>
          </a:prstGeom>
          <a:solidFill>
            <a:srgbClr val="F9D6A1"/>
          </a:solidFill>
          <a:ln cap="flat" cmpd="sng" w="2857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10912825" y="2665900"/>
            <a:ext cx="444300" cy="437700"/>
          </a:xfrm>
          <a:prstGeom prst="ellipse">
            <a:avLst/>
          </a:prstGeom>
          <a:solidFill>
            <a:srgbClr val="D9EAD3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10912825" y="3327700"/>
            <a:ext cx="444300" cy="437700"/>
          </a:xfrm>
          <a:prstGeom prst="ellipse">
            <a:avLst/>
          </a:prstGeom>
          <a:solidFill>
            <a:srgbClr val="D9EAD3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9596275" y="1996338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9596275" y="2436813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9598700" y="2894025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9601375" y="3351213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9614500" y="4018975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9527300" y="3623388"/>
            <a:ext cx="4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10110400" y="3246375"/>
            <a:ext cx="4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10940825" y="2941563"/>
            <a:ext cx="4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cxnSp>
        <p:nvCxnSpPr>
          <p:cNvPr id="287" name="Google Shape;287;p15"/>
          <p:cNvCxnSpPr>
            <a:stCxn id="279" idx="6"/>
            <a:endCxn id="274" idx="2"/>
          </p:cNvCxnSpPr>
          <p:nvPr/>
        </p:nvCxnSpPr>
        <p:spPr>
          <a:xfrm>
            <a:off x="9787975" y="2091588"/>
            <a:ext cx="312600" cy="4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15"/>
          <p:cNvCxnSpPr>
            <a:stCxn id="280" idx="6"/>
            <a:endCxn id="274" idx="2"/>
          </p:cNvCxnSpPr>
          <p:nvPr/>
        </p:nvCxnSpPr>
        <p:spPr>
          <a:xfrm>
            <a:off x="9787975" y="2532063"/>
            <a:ext cx="31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15"/>
          <p:cNvCxnSpPr>
            <a:stCxn id="281" idx="6"/>
            <a:endCxn id="274" idx="2"/>
          </p:cNvCxnSpPr>
          <p:nvPr/>
        </p:nvCxnSpPr>
        <p:spPr>
          <a:xfrm flipH="1" rot="10800000">
            <a:off x="9790400" y="2532075"/>
            <a:ext cx="3102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15"/>
          <p:cNvCxnSpPr>
            <a:stCxn id="282" idx="6"/>
            <a:endCxn id="274" idx="2"/>
          </p:cNvCxnSpPr>
          <p:nvPr/>
        </p:nvCxnSpPr>
        <p:spPr>
          <a:xfrm flipH="1" rot="10800000">
            <a:off x="9793075" y="2532063"/>
            <a:ext cx="3075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15"/>
          <p:cNvCxnSpPr>
            <a:stCxn id="283" idx="6"/>
            <a:endCxn id="274" idx="2"/>
          </p:cNvCxnSpPr>
          <p:nvPr/>
        </p:nvCxnSpPr>
        <p:spPr>
          <a:xfrm flipH="1" rot="10800000">
            <a:off x="9806200" y="2532025"/>
            <a:ext cx="294600" cy="15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15"/>
          <p:cNvCxnSpPr>
            <a:stCxn id="274" idx="6"/>
          </p:cNvCxnSpPr>
          <p:nvPr/>
        </p:nvCxnSpPr>
        <p:spPr>
          <a:xfrm>
            <a:off x="10544975" y="2532075"/>
            <a:ext cx="38880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15"/>
          <p:cNvCxnSpPr>
            <a:stCxn id="275" idx="6"/>
          </p:cNvCxnSpPr>
          <p:nvPr/>
        </p:nvCxnSpPr>
        <p:spPr>
          <a:xfrm flipH="1" rot="10800000">
            <a:off x="10547550" y="2906275"/>
            <a:ext cx="355200" cy="27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15"/>
          <p:cNvCxnSpPr>
            <a:endCxn id="278" idx="2"/>
          </p:cNvCxnSpPr>
          <p:nvPr/>
        </p:nvCxnSpPr>
        <p:spPr>
          <a:xfrm>
            <a:off x="10543825" y="3194050"/>
            <a:ext cx="369000" cy="3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15"/>
          <p:cNvCxnSpPr>
            <a:stCxn id="276" idx="6"/>
            <a:endCxn id="278" idx="2"/>
          </p:cNvCxnSpPr>
          <p:nvPr/>
        </p:nvCxnSpPr>
        <p:spPr>
          <a:xfrm flipH="1" rot="10800000">
            <a:off x="10544975" y="3546575"/>
            <a:ext cx="367800" cy="27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15"/>
          <p:cNvCxnSpPr>
            <a:stCxn id="276" idx="6"/>
          </p:cNvCxnSpPr>
          <p:nvPr/>
        </p:nvCxnSpPr>
        <p:spPr>
          <a:xfrm flipH="1" rot="10800000">
            <a:off x="10544975" y="2901875"/>
            <a:ext cx="371100" cy="9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15"/>
          <p:cNvCxnSpPr>
            <a:stCxn id="274" idx="6"/>
            <a:endCxn id="278" idx="3"/>
          </p:cNvCxnSpPr>
          <p:nvPr/>
        </p:nvCxnSpPr>
        <p:spPr>
          <a:xfrm>
            <a:off x="10544975" y="2532075"/>
            <a:ext cx="432900" cy="11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15"/>
          <p:cNvCxnSpPr>
            <a:stCxn id="275" idx="2"/>
            <a:endCxn id="279" idx="5"/>
          </p:cNvCxnSpPr>
          <p:nvPr/>
        </p:nvCxnSpPr>
        <p:spPr>
          <a:xfrm rot="10800000">
            <a:off x="9760050" y="2158975"/>
            <a:ext cx="343200" cy="10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5"/>
          <p:cNvCxnSpPr>
            <a:endCxn id="280" idx="6"/>
          </p:cNvCxnSpPr>
          <p:nvPr/>
        </p:nvCxnSpPr>
        <p:spPr>
          <a:xfrm rot="10800000">
            <a:off x="9787975" y="2532063"/>
            <a:ext cx="326100" cy="6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5"/>
          <p:cNvCxnSpPr>
            <a:stCxn id="275" idx="2"/>
            <a:endCxn id="281" idx="6"/>
          </p:cNvCxnSpPr>
          <p:nvPr/>
        </p:nvCxnSpPr>
        <p:spPr>
          <a:xfrm rot="10800000">
            <a:off x="9790350" y="2989375"/>
            <a:ext cx="312900" cy="18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5"/>
          <p:cNvCxnSpPr>
            <a:endCxn id="282" idx="6"/>
          </p:cNvCxnSpPr>
          <p:nvPr/>
        </p:nvCxnSpPr>
        <p:spPr>
          <a:xfrm flipH="1">
            <a:off x="9793075" y="3194163"/>
            <a:ext cx="303300" cy="2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15"/>
          <p:cNvCxnSpPr>
            <a:stCxn id="276" idx="2"/>
            <a:endCxn id="282" idx="6"/>
          </p:cNvCxnSpPr>
          <p:nvPr/>
        </p:nvCxnSpPr>
        <p:spPr>
          <a:xfrm rot="10800000">
            <a:off x="9793175" y="3446375"/>
            <a:ext cx="307500" cy="3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15"/>
          <p:cNvCxnSpPr>
            <a:endCxn id="283" idx="6"/>
          </p:cNvCxnSpPr>
          <p:nvPr/>
        </p:nvCxnSpPr>
        <p:spPr>
          <a:xfrm flipH="1">
            <a:off x="9806200" y="3181825"/>
            <a:ext cx="303300" cy="93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15"/>
          <p:cNvCxnSpPr>
            <a:stCxn id="281" idx="6"/>
            <a:endCxn id="276" idx="2"/>
          </p:cNvCxnSpPr>
          <p:nvPr/>
        </p:nvCxnSpPr>
        <p:spPr>
          <a:xfrm>
            <a:off x="9790400" y="2989275"/>
            <a:ext cx="310200" cy="8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15"/>
          <p:cNvCxnSpPr>
            <a:stCxn id="283" idx="6"/>
            <a:endCxn id="276" idx="2"/>
          </p:cNvCxnSpPr>
          <p:nvPr/>
        </p:nvCxnSpPr>
        <p:spPr>
          <a:xfrm flipH="1" rot="10800000">
            <a:off x="9806200" y="3823525"/>
            <a:ext cx="2946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15"/>
          <p:cNvCxnSpPr>
            <a:stCxn id="280" idx="6"/>
            <a:endCxn id="276" idx="2"/>
          </p:cNvCxnSpPr>
          <p:nvPr/>
        </p:nvCxnSpPr>
        <p:spPr>
          <a:xfrm>
            <a:off x="9787975" y="2532063"/>
            <a:ext cx="312600" cy="12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5"/>
          <p:cNvCxnSpPr>
            <a:stCxn id="279" idx="5"/>
            <a:endCxn id="276" idx="2"/>
          </p:cNvCxnSpPr>
          <p:nvPr/>
        </p:nvCxnSpPr>
        <p:spPr>
          <a:xfrm>
            <a:off x="9759901" y="2158939"/>
            <a:ext cx="340800" cy="16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5"/>
          <p:cNvCxnSpPr>
            <a:stCxn id="277" idx="6"/>
          </p:cNvCxnSpPr>
          <p:nvPr/>
        </p:nvCxnSpPr>
        <p:spPr>
          <a:xfrm>
            <a:off x="11357125" y="2884750"/>
            <a:ext cx="35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15"/>
          <p:cNvCxnSpPr/>
          <p:nvPr/>
        </p:nvCxnSpPr>
        <p:spPr>
          <a:xfrm>
            <a:off x="11357175" y="3556925"/>
            <a:ext cx="35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15"/>
          <p:cNvSpPr txBox="1"/>
          <p:nvPr/>
        </p:nvSpPr>
        <p:spPr>
          <a:xfrm>
            <a:off x="9527300" y="4896025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1280</a:t>
            </a:r>
            <a:endParaRPr sz="1600"/>
          </a:p>
        </p:txBody>
      </p:sp>
      <p:sp>
        <p:nvSpPr>
          <p:cNvPr id="311" name="Google Shape;311;p15"/>
          <p:cNvSpPr txBox="1"/>
          <p:nvPr/>
        </p:nvSpPr>
        <p:spPr>
          <a:xfrm>
            <a:off x="3695525" y="2517325"/>
            <a:ext cx="12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74EA7"/>
                </a:solidFill>
              </a:rPr>
              <a:t>MaxPooling</a:t>
            </a:r>
            <a:endParaRPr b="1">
              <a:solidFill>
                <a:srgbClr val="674EA7"/>
              </a:solidFill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5946775" y="1345788"/>
            <a:ext cx="12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74EA7"/>
                </a:solidFill>
              </a:rPr>
              <a:t>MaxPooling</a:t>
            </a:r>
            <a:endParaRPr b="1">
              <a:solidFill>
                <a:srgbClr val="674EA7"/>
              </a:solidFill>
            </a:endParaRPr>
          </a:p>
        </p:txBody>
      </p:sp>
      <p:sp>
        <p:nvSpPr>
          <p:cNvPr id="313" name="Google Shape;313;p15"/>
          <p:cNvSpPr/>
          <p:nvPr/>
        </p:nvSpPr>
        <p:spPr>
          <a:xfrm rot="-2387645">
            <a:off x="3483507" y="1983662"/>
            <a:ext cx="191710" cy="2263026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 rot="-2700000">
            <a:off x="6427536" y="917434"/>
            <a:ext cx="191767" cy="3501876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3501438" y="2750925"/>
            <a:ext cx="3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6327438" y="2284388"/>
            <a:ext cx="3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 nn.Conv2d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6"/>
          <p:cNvGraphicFramePr/>
          <p:nvPr/>
        </p:nvGraphicFramePr>
        <p:xfrm>
          <a:off x="606200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0" name="Google Shape;330;p16"/>
          <p:cNvGraphicFramePr/>
          <p:nvPr/>
        </p:nvGraphicFramePr>
        <p:xfrm>
          <a:off x="1275175" y="241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16"/>
          <p:cNvSpPr txBox="1"/>
          <p:nvPr/>
        </p:nvSpPr>
        <p:spPr>
          <a:xfrm>
            <a:off x="4986625" y="1698000"/>
            <a:ext cx="63873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nn.Conv1d </a:t>
            </a:r>
            <a:r>
              <a:rPr lang="en-US" sz="1800"/>
              <a:t>- для одномерной свертки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nn.Conv2d</a:t>
            </a:r>
            <a:r>
              <a:rPr lang="en-US" sz="1800"/>
              <a:t> - для двумерной свертки (изображение)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nn.Conv3d</a:t>
            </a:r>
            <a:r>
              <a:rPr lang="en-US" sz="1800"/>
              <a:t> - для трехмерной свертки (снимок МРТ)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nn.MaxPool1d</a:t>
            </a:r>
            <a:r>
              <a:rPr lang="en-US" sz="1800"/>
              <a:t> - для одномерного канала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nn.MaxPool2d </a:t>
            </a:r>
            <a:r>
              <a:rPr lang="en-US" sz="1800">
                <a:solidFill>
                  <a:schemeClr val="dk1"/>
                </a:solidFill>
              </a:rPr>
              <a:t>- для двумерного канала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nn.MaxPool3d</a:t>
            </a:r>
            <a:r>
              <a:rPr lang="en-US" sz="1800">
                <a:solidFill>
                  <a:schemeClr val="dk1"/>
                </a:solidFill>
              </a:rPr>
              <a:t> - для трехмерного канала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332" name="Google Shape;332;p16"/>
          <p:cNvGraphicFramePr/>
          <p:nvPr/>
        </p:nvGraphicFramePr>
        <p:xfrm>
          <a:off x="2125075" y="31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16"/>
          <p:cNvSpPr/>
          <p:nvPr/>
        </p:nvSpPr>
        <p:spPr>
          <a:xfrm rot="10800000">
            <a:off x="259925" y="1580500"/>
            <a:ext cx="356400" cy="4022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 rot="5400000">
            <a:off x="2545825" y="3854152"/>
            <a:ext cx="264000" cy="384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2519700" y="6063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</a:t>
            </a:r>
            <a:endParaRPr b="1"/>
          </a:p>
        </p:txBody>
      </p:sp>
      <p:sp>
        <p:nvSpPr>
          <p:cNvPr id="336" name="Google Shape;336;p16"/>
          <p:cNvSpPr txBox="1"/>
          <p:nvPr/>
        </p:nvSpPr>
        <p:spPr>
          <a:xfrm>
            <a:off x="-70275" y="3422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 nn.Conv2d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8" name="Google Shape;348;p17"/>
          <p:cNvGraphicFramePr/>
          <p:nvPr/>
        </p:nvGraphicFramePr>
        <p:xfrm>
          <a:off x="606200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9" name="Google Shape;349;p17"/>
          <p:cNvGraphicFramePr/>
          <p:nvPr/>
        </p:nvGraphicFramePr>
        <p:xfrm>
          <a:off x="1275175" y="241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0" name="Google Shape;350;p17"/>
          <p:cNvGraphicFramePr/>
          <p:nvPr/>
        </p:nvGraphicFramePr>
        <p:xfrm>
          <a:off x="2125075" y="31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351" name="Google Shape;351;p17"/>
          <p:cNvSpPr/>
          <p:nvPr/>
        </p:nvSpPr>
        <p:spPr>
          <a:xfrm rot="10800000">
            <a:off x="259925" y="1580500"/>
            <a:ext cx="356400" cy="4022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 rot="5400000">
            <a:off x="2545825" y="3854152"/>
            <a:ext cx="264000" cy="384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2519700" y="6063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</a:t>
            </a:r>
            <a:endParaRPr b="1"/>
          </a:p>
        </p:txBody>
      </p:sp>
      <p:sp>
        <p:nvSpPr>
          <p:cNvPr id="354" name="Google Shape;354;p17"/>
          <p:cNvSpPr txBox="1"/>
          <p:nvPr/>
        </p:nvSpPr>
        <p:spPr>
          <a:xfrm>
            <a:off x="-70275" y="3422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</a:t>
            </a:r>
            <a:endParaRPr b="1"/>
          </a:p>
        </p:txBody>
      </p:sp>
      <p:graphicFrame>
        <p:nvGraphicFramePr>
          <p:cNvPr id="355" name="Google Shape;355;p17"/>
          <p:cNvGraphicFramePr/>
          <p:nvPr/>
        </p:nvGraphicFramePr>
        <p:xfrm>
          <a:off x="4433200" y="167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209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(</a:t>
                      </a:r>
                      <a:r>
                        <a:rPr lang="en-US"/>
                        <a:t>batch, channels, H, W</a:t>
                      </a:r>
                      <a:r>
                        <a:rPr b="1" lang="en-US"/>
                        <a:t>)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6" name="Google Shape;356;p17"/>
          <p:cNvGraphicFramePr/>
          <p:nvPr/>
        </p:nvGraphicFramePr>
        <p:xfrm>
          <a:off x="7202375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82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7" name="Google Shape;357;p17"/>
          <p:cNvSpPr/>
          <p:nvPr/>
        </p:nvSpPr>
        <p:spPr>
          <a:xfrm>
            <a:off x="6648788" y="1712950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8092642" y="1714800"/>
            <a:ext cx="31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in_channels, out_channels,</a:t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4602763" y="4124875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 rot="-5400000">
            <a:off x="4186250" y="3909700"/>
            <a:ext cx="2814900" cy="57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Conv2d</a:t>
            </a:r>
            <a:endParaRPr b="1" sz="2300"/>
          </a:p>
        </p:txBody>
      </p:sp>
      <p:sp>
        <p:nvSpPr>
          <p:cNvPr id="361" name="Google Shape;361;p17"/>
          <p:cNvSpPr/>
          <p:nvPr/>
        </p:nvSpPr>
        <p:spPr>
          <a:xfrm>
            <a:off x="6095188" y="4124875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2" name="Google Shape;362;p17"/>
          <p:cNvGraphicFramePr/>
          <p:nvPr/>
        </p:nvGraphicFramePr>
        <p:xfrm>
          <a:off x="6532000" y="306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3" name="Google Shape;363;p17"/>
          <p:cNvGraphicFramePr/>
          <p:nvPr/>
        </p:nvGraphicFramePr>
        <p:xfrm>
          <a:off x="6670975" y="324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4" name="Google Shape;364;p17"/>
          <p:cNvGraphicFramePr/>
          <p:nvPr/>
        </p:nvGraphicFramePr>
        <p:xfrm>
          <a:off x="6812900" y="340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5" name="Google Shape;365;p17"/>
          <p:cNvGraphicFramePr/>
          <p:nvPr/>
        </p:nvGraphicFramePr>
        <p:xfrm>
          <a:off x="6933900" y="35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6" name="Google Shape;366;p17"/>
          <p:cNvGraphicFramePr/>
          <p:nvPr/>
        </p:nvGraphicFramePr>
        <p:xfrm>
          <a:off x="7065375" y="369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7" name="Google Shape;367;p17"/>
          <p:cNvGraphicFramePr/>
          <p:nvPr/>
        </p:nvGraphicFramePr>
        <p:xfrm>
          <a:off x="7207275" y="390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8" name="Google Shape;368;p17"/>
          <p:cNvGraphicFramePr/>
          <p:nvPr/>
        </p:nvGraphicFramePr>
        <p:xfrm>
          <a:off x="7349225" y="405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" name="Google Shape;369;p17"/>
          <p:cNvGraphicFramePr/>
          <p:nvPr/>
        </p:nvGraphicFramePr>
        <p:xfrm>
          <a:off x="7512075" y="422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0" name="Google Shape;370;p17"/>
          <p:cNvGraphicFramePr/>
          <p:nvPr/>
        </p:nvGraphicFramePr>
        <p:xfrm>
          <a:off x="7626400" y="434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1" name="Google Shape;371;p17"/>
          <p:cNvGraphicFramePr/>
          <p:nvPr/>
        </p:nvGraphicFramePr>
        <p:xfrm>
          <a:off x="7794025" y="456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372" name="Google Shape;372;p17"/>
          <p:cNvSpPr/>
          <p:nvPr/>
        </p:nvSpPr>
        <p:spPr>
          <a:xfrm rot="-2395835">
            <a:off x="7937020" y="2439526"/>
            <a:ext cx="264077" cy="2501072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 rot="3087415">
            <a:off x="7297304" y="3431550"/>
            <a:ext cx="2391900" cy="3202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out_channels</a:t>
            </a:r>
            <a:endParaRPr sz="1700"/>
          </a:p>
        </p:txBody>
      </p:sp>
      <p:graphicFrame>
        <p:nvGraphicFramePr>
          <p:cNvPr id="374" name="Google Shape;374;p17"/>
          <p:cNvGraphicFramePr/>
          <p:nvPr/>
        </p:nvGraphicFramePr>
        <p:xfrm>
          <a:off x="10258950" y="322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375" name="Google Shape;375;p17"/>
          <p:cNvSpPr txBox="1"/>
          <p:nvPr/>
        </p:nvSpPr>
        <p:spPr>
          <a:xfrm>
            <a:off x="9785050" y="3422800"/>
            <a:ext cx="772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Hm</a:t>
            </a:r>
            <a:endParaRPr b="1"/>
          </a:p>
        </p:txBody>
      </p:sp>
      <p:sp>
        <p:nvSpPr>
          <p:cNvPr id="376" name="Google Shape;376;p17"/>
          <p:cNvSpPr txBox="1"/>
          <p:nvPr/>
        </p:nvSpPr>
        <p:spPr>
          <a:xfrm>
            <a:off x="10454500" y="4011838"/>
            <a:ext cx="772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</a:t>
            </a:r>
            <a:r>
              <a:rPr b="1" lang="en-US"/>
              <a:t>m</a:t>
            </a:r>
            <a:endParaRPr b="1"/>
          </a:p>
        </p:txBody>
      </p:sp>
      <p:sp>
        <p:nvSpPr>
          <p:cNvPr id="377" name="Google Shape;377;p17"/>
          <p:cNvSpPr txBox="1"/>
          <p:nvPr/>
        </p:nvSpPr>
        <p:spPr>
          <a:xfrm>
            <a:off x="6666549" y="5464525"/>
            <a:ext cx="280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batch,</a:t>
            </a:r>
            <a:r>
              <a:rPr lang="en-US"/>
              <a:t> out_channels,  Hm, Wm</a:t>
            </a:r>
            <a:r>
              <a:rPr b="1" lang="en-US"/>
              <a:t>)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 nn.Conv2d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9" name="Google Shape;389;p18"/>
          <p:cNvGraphicFramePr/>
          <p:nvPr/>
        </p:nvGraphicFramePr>
        <p:xfrm>
          <a:off x="606200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0" name="Google Shape;390;p18"/>
          <p:cNvGraphicFramePr/>
          <p:nvPr/>
        </p:nvGraphicFramePr>
        <p:xfrm>
          <a:off x="1275175" y="241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1" name="Google Shape;391;p18"/>
          <p:cNvGraphicFramePr/>
          <p:nvPr/>
        </p:nvGraphicFramePr>
        <p:xfrm>
          <a:off x="2125075" y="31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18"/>
          <p:cNvSpPr/>
          <p:nvPr/>
        </p:nvSpPr>
        <p:spPr>
          <a:xfrm rot="10800000">
            <a:off x="259925" y="1580500"/>
            <a:ext cx="356400" cy="4022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8"/>
          <p:cNvSpPr/>
          <p:nvPr/>
        </p:nvSpPr>
        <p:spPr>
          <a:xfrm rot="5400000">
            <a:off x="2545825" y="3854152"/>
            <a:ext cx="264000" cy="384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2519700" y="6063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</a:t>
            </a:r>
            <a:endParaRPr b="1"/>
          </a:p>
        </p:txBody>
      </p:sp>
      <p:sp>
        <p:nvSpPr>
          <p:cNvPr id="395" name="Google Shape;395;p18"/>
          <p:cNvSpPr txBox="1"/>
          <p:nvPr/>
        </p:nvSpPr>
        <p:spPr>
          <a:xfrm>
            <a:off x="-70275" y="3422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</a:t>
            </a:r>
            <a:endParaRPr b="1"/>
          </a:p>
        </p:txBody>
      </p:sp>
      <p:graphicFrame>
        <p:nvGraphicFramePr>
          <p:cNvPr id="396" name="Google Shape;396;p18"/>
          <p:cNvGraphicFramePr/>
          <p:nvPr/>
        </p:nvGraphicFramePr>
        <p:xfrm>
          <a:off x="4433200" y="167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209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(</a:t>
                      </a:r>
                      <a:r>
                        <a:rPr lang="en-US"/>
                        <a:t>batch, channels, H, W</a:t>
                      </a:r>
                      <a:r>
                        <a:rPr b="1" lang="en-US"/>
                        <a:t>)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7" name="Google Shape;397;p18"/>
          <p:cNvGraphicFramePr/>
          <p:nvPr/>
        </p:nvGraphicFramePr>
        <p:xfrm>
          <a:off x="7202375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82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8" name="Google Shape;398;p18"/>
          <p:cNvSpPr/>
          <p:nvPr/>
        </p:nvSpPr>
        <p:spPr>
          <a:xfrm>
            <a:off x="6648788" y="1712950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 txBox="1"/>
          <p:nvPr/>
        </p:nvSpPr>
        <p:spPr>
          <a:xfrm>
            <a:off x="8092650" y="17148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in_channels, out_channels, kernel_size</a:t>
            </a:r>
            <a:endParaRPr b="1"/>
          </a:p>
        </p:txBody>
      </p:sp>
      <p:graphicFrame>
        <p:nvGraphicFramePr>
          <p:cNvPr id="400" name="Google Shape;400;p18"/>
          <p:cNvGraphicFramePr/>
          <p:nvPr/>
        </p:nvGraphicFramePr>
        <p:xfrm>
          <a:off x="5181163" y="26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03950"/>
                <a:gridCol w="403950"/>
                <a:gridCol w="403950"/>
              </a:tblGrid>
              <a:tr h="31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401" name="Google Shape;401;p18"/>
          <p:cNvSpPr txBox="1"/>
          <p:nvPr/>
        </p:nvSpPr>
        <p:spPr>
          <a:xfrm>
            <a:off x="5181175" y="407075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kernel_size = 3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kernel_size = (3, 3)</a:t>
            </a:r>
            <a:endParaRPr b="1"/>
          </a:p>
        </p:txBody>
      </p:sp>
      <p:graphicFrame>
        <p:nvGraphicFramePr>
          <p:cNvPr id="402" name="Google Shape;402;p18"/>
          <p:cNvGraphicFramePr/>
          <p:nvPr/>
        </p:nvGraphicFramePr>
        <p:xfrm>
          <a:off x="7468838" y="273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03950"/>
                <a:gridCol w="403950"/>
                <a:gridCol w="403950"/>
              </a:tblGrid>
              <a:tr h="31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403" name="Google Shape;403;p18"/>
          <p:cNvSpPr txBox="1"/>
          <p:nvPr/>
        </p:nvSpPr>
        <p:spPr>
          <a:xfrm>
            <a:off x="7468850" y="406458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kernel_size = (2, 3)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 nn.Conv2d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1" name="Google Shape;411;p1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" name="Google Shape;415;p19"/>
          <p:cNvGraphicFramePr/>
          <p:nvPr/>
        </p:nvGraphicFramePr>
        <p:xfrm>
          <a:off x="606200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6" name="Google Shape;416;p19"/>
          <p:cNvGraphicFramePr/>
          <p:nvPr/>
        </p:nvGraphicFramePr>
        <p:xfrm>
          <a:off x="1275175" y="241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6660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7" name="Google Shape;417;p19"/>
          <p:cNvGraphicFramePr/>
          <p:nvPr/>
        </p:nvGraphicFramePr>
        <p:xfrm>
          <a:off x="2125075" y="31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82850"/>
                <a:gridCol w="490150"/>
                <a:gridCol w="478375"/>
                <a:gridCol w="478375"/>
                <a:gridCol w="478375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4A7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418" name="Google Shape;418;p19"/>
          <p:cNvSpPr/>
          <p:nvPr/>
        </p:nvSpPr>
        <p:spPr>
          <a:xfrm rot="10800000">
            <a:off x="259925" y="1580500"/>
            <a:ext cx="356400" cy="4022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 rot="5400000">
            <a:off x="2545825" y="3854152"/>
            <a:ext cx="264000" cy="384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 txBox="1"/>
          <p:nvPr/>
        </p:nvSpPr>
        <p:spPr>
          <a:xfrm>
            <a:off x="2519700" y="6063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</a:t>
            </a:r>
            <a:endParaRPr b="1"/>
          </a:p>
        </p:txBody>
      </p:sp>
      <p:sp>
        <p:nvSpPr>
          <p:cNvPr id="421" name="Google Shape;421;p19"/>
          <p:cNvSpPr txBox="1"/>
          <p:nvPr/>
        </p:nvSpPr>
        <p:spPr>
          <a:xfrm>
            <a:off x="-70275" y="3422800"/>
            <a:ext cx="436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</a:t>
            </a:r>
            <a:endParaRPr b="1"/>
          </a:p>
        </p:txBody>
      </p:sp>
      <p:graphicFrame>
        <p:nvGraphicFramePr>
          <p:cNvPr id="422" name="Google Shape;422;p19"/>
          <p:cNvGraphicFramePr/>
          <p:nvPr/>
        </p:nvGraphicFramePr>
        <p:xfrm>
          <a:off x="4433200" y="167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209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(</a:t>
                      </a:r>
                      <a:r>
                        <a:rPr lang="en-US"/>
                        <a:t>batch, channels, H, W</a:t>
                      </a:r>
                      <a:r>
                        <a:rPr b="1" lang="en-US"/>
                        <a:t>)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3" name="Google Shape;423;p19"/>
          <p:cNvGraphicFramePr/>
          <p:nvPr/>
        </p:nvGraphicFramePr>
        <p:xfrm>
          <a:off x="7202375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82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4" name="Google Shape;424;p19"/>
          <p:cNvSpPr/>
          <p:nvPr/>
        </p:nvSpPr>
        <p:spPr>
          <a:xfrm>
            <a:off x="6648788" y="1712950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 txBox="1"/>
          <p:nvPr/>
        </p:nvSpPr>
        <p:spPr>
          <a:xfrm>
            <a:off x="8092650" y="17148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in_channels, out_channels, kernel_size, stride=1, padding=0)</a:t>
            </a:r>
            <a:endParaRPr b="1"/>
          </a:p>
        </p:txBody>
      </p:sp>
      <p:graphicFrame>
        <p:nvGraphicFramePr>
          <p:cNvPr id="426" name="Google Shape;426;p19"/>
          <p:cNvGraphicFramePr/>
          <p:nvPr/>
        </p:nvGraphicFramePr>
        <p:xfrm>
          <a:off x="5181163" y="26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03950"/>
                <a:gridCol w="403950"/>
                <a:gridCol w="403950"/>
              </a:tblGrid>
              <a:tr h="31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427" name="Google Shape;427;p19"/>
          <p:cNvSpPr txBox="1"/>
          <p:nvPr/>
        </p:nvSpPr>
        <p:spPr>
          <a:xfrm>
            <a:off x="5181175" y="407075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kernel_size = 3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kernel_size = (3, 3)</a:t>
            </a:r>
            <a:endParaRPr b="1"/>
          </a:p>
        </p:txBody>
      </p:sp>
      <p:graphicFrame>
        <p:nvGraphicFramePr>
          <p:cNvPr id="428" name="Google Shape;428;p19"/>
          <p:cNvGraphicFramePr/>
          <p:nvPr/>
        </p:nvGraphicFramePr>
        <p:xfrm>
          <a:off x="7468838" y="273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03950"/>
                <a:gridCol w="403950"/>
                <a:gridCol w="403950"/>
              </a:tblGrid>
              <a:tr h="31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19"/>
          <p:cNvSpPr txBox="1"/>
          <p:nvPr/>
        </p:nvSpPr>
        <p:spPr>
          <a:xfrm>
            <a:off x="7468850" y="406458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kernel_size = (2, 3)</a:t>
            </a:r>
            <a:endParaRPr b="1"/>
          </a:p>
        </p:txBody>
      </p:sp>
      <p:sp>
        <p:nvSpPr>
          <p:cNvPr id="430" name="Google Shape;430;p19"/>
          <p:cNvSpPr txBox="1"/>
          <p:nvPr/>
        </p:nvSpPr>
        <p:spPr>
          <a:xfrm>
            <a:off x="5120650" y="5064850"/>
            <a:ext cx="439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padding</a:t>
            </a:r>
            <a:r>
              <a:rPr lang="en-US"/>
              <a:t>=’valid’ - то же самое что и padding=0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padding</a:t>
            </a:r>
            <a:r>
              <a:rPr lang="en-US"/>
              <a:t>=’same’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 nn.Conv2d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8" name="Google Shape;438;p2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2" name="Google Shape;442;p20"/>
          <p:cNvGraphicFramePr/>
          <p:nvPr/>
        </p:nvGraphicFramePr>
        <p:xfrm>
          <a:off x="4433200" y="167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209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(</a:t>
                      </a:r>
                      <a:r>
                        <a:rPr lang="en-US"/>
                        <a:t>batch, channels, H, W</a:t>
                      </a:r>
                      <a:r>
                        <a:rPr b="1" lang="en-US"/>
                        <a:t>)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43" name="Google Shape;443;p20"/>
          <p:cNvGraphicFramePr/>
          <p:nvPr/>
        </p:nvGraphicFramePr>
        <p:xfrm>
          <a:off x="7202375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14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MaxPool2d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4" name="Google Shape;444;p20"/>
          <p:cNvSpPr/>
          <p:nvPr/>
        </p:nvSpPr>
        <p:spPr>
          <a:xfrm>
            <a:off x="6648788" y="1712950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0"/>
          <p:cNvSpPr txBox="1"/>
          <p:nvPr/>
        </p:nvSpPr>
        <p:spPr>
          <a:xfrm>
            <a:off x="8506717" y="1736050"/>
            <a:ext cx="31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kernel_size, stride=None, …)</a:t>
            </a:r>
            <a:endParaRPr/>
          </a:p>
        </p:txBody>
      </p:sp>
      <p:sp>
        <p:nvSpPr>
          <p:cNvPr id="446" name="Google Shape;446;p20"/>
          <p:cNvSpPr txBox="1"/>
          <p:nvPr/>
        </p:nvSpPr>
        <p:spPr>
          <a:xfrm>
            <a:off x="6081350" y="3268950"/>
            <a:ext cx="5034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hlink"/>
                </a:solidFill>
                <a:hlinkClick r:id="rId3"/>
              </a:rPr>
              <a:t>torch.nn</a:t>
            </a:r>
            <a:r>
              <a:rPr lang="en-US" sz="2100"/>
              <a:t>.MaxPool2d(kernel_size, stride=None, padding=0, dilation=1, return_indices=False, ceil_mode=False)</a:t>
            </a:r>
            <a:endParaRPr sz="2100"/>
          </a:p>
        </p:txBody>
      </p:sp>
      <p:graphicFrame>
        <p:nvGraphicFramePr>
          <p:cNvPr id="447" name="Google Shape;447;p20"/>
          <p:cNvGraphicFramePr/>
          <p:nvPr/>
        </p:nvGraphicFramePr>
        <p:xfrm>
          <a:off x="829575" y="2500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85925"/>
                <a:gridCol w="510450"/>
                <a:gridCol w="498200"/>
                <a:gridCol w="498200"/>
                <a:gridCol w="498200"/>
                <a:gridCol w="498200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cxnSp>
        <p:nvCxnSpPr>
          <p:cNvPr id="448" name="Google Shape;448;p20"/>
          <p:cNvCxnSpPr/>
          <p:nvPr/>
        </p:nvCxnSpPr>
        <p:spPr>
          <a:xfrm flipH="1">
            <a:off x="1821125" y="25040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0"/>
          <p:cNvCxnSpPr/>
          <p:nvPr/>
        </p:nvCxnSpPr>
        <p:spPr>
          <a:xfrm flipH="1">
            <a:off x="2810350" y="25040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0"/>
          <p:cNvCxnSpPr/>
          <p:nvPr/>
        </p:nvCxnSpPr>
        <p:spPr>
          <a:xfrm>
            <a:off x="838675" y="34385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0"/>
          <p:cNvCxnSpPr/>
          <p:nvPr/>
        </p:nvCxnSpPr>
        <p:spPr>
          <a:xfrm>
            <a:off x="838675" y="43806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 nn.Conv2d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3" name="Google Shape;463;p21"/>
          <p:cNvGraphicFramePr/>
          <p:nvPr/>
        </p:nvGraphicFramePr>
        <p:xfrm>
          <a:off x="4433200" y="167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209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(</a:t>
                      </a:r>
                      <a:r>
                        <a:rPr lang="en-US"/>
                        <a:t>batch, channels, H, W</a:t>
                      </a:r>
                      <a:r>
                        <a:rPr b="1" lang="en-US"/>
                        <a:t>)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4" name="Google Shape;464;p21"/>
          <p:cNvGraphicFramePr/>
          <p:nvPr/>
        </p:nvGraphicFramePr>
        <p:xfrm>
          <a:off x="7202375" y="1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14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MaxPool2d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5" name="Google Shape;465;p21"/>
          <p:cNvSpPr/>
          <p:nvPr/>
        </p:nvSpPr>
        <p:spPr>
          <a:xfrm>
            <a:off x="6648788" y="1712950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8506717" y="1736050"/>
            <a:ext cx="31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kernel_size, stride=None, …)</a:t>
            </a:r>
            <a:endParaRPr/>
          </a:p>
        </p:txBody>
      </p:sp>
      <p:graphicFrame>
        <p:nvGraphicFramePr>
          <p:cNvPr id="467" name="Google Shape;467;p21"/>
          <p:cNvGraphicFramePr/>
          <p:nvPr/>
        </p:nvGraphicFramePr>
        <p:xfrm>
          <a:off x="829575" y="2500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85925"/>
                <a:gridCol w="510450"/>
                <a:gridCol w="498200"/>
                <a:gridCol w="498200"/>
                <a:gridCol w="498200"/>
                <a:gridCol w="498200"/>
              </a:tblGrid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cxnSp>
        <p:nvCxnSpPr>
          <p:cNvPr id="468" name="Google Shape;468;p21"/>
          <p:cNvCxnSpPr/>
          <p:nvPr/>
        </p:nvCxnSpPr>
        <p:spPr>
          <a:xfrm flipH="1">
            <a:off x="1821125" y="25040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21"/>
          <p:cNvCxnSpPr/>
          <p:nvPr/>
        </p:nvCxnSpPr>
        <p:spPr>
          <a:xfrm flipH="1">
            <a:off x="2810350" y="2504050"/>
            <a:ext cx="12000" cy="2875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21"/>
          <p:cNvCxnSpPr/>
          <p:nvPr/>
        </p:nvCxnSpPr>
        <p:spPr>
          <a:xfrm>
            <a:off x="838675" y="34385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21"/>
          <p:cNvCxnSpPr/>
          <p:nvPr/>
        </p:nvCxnSpPr>
        <p:spPr>
          <a:xfrm>
            <a:off x="838675" y="4380675"/>
            <a:ext cx="29772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21"/>
          <p:cNvSpPr/>
          <p:nvPr/>
        </p:nvSpPr>
        <p:spPr>
          <a:xfrm>
            <a:off x="4112038" y="3789925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"/>
          <p:cNvSpPr/>
          <p:nvPr/>
        </p:nvSpPr>
        <p:spPr>
          <a:xfrm rot="-5400000">
            <a:off x="3695525" y="3574750"/>
            <a:ext cx="2814900" cy="57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MaxPool2d</a:t>
            </a:r>
            <a:endParaRPr b="1" sz="2300"/>
          </a:p>
        </p:txBody>
      </p:sp>
      <p:sp>
        <p:nvSpPr>
          <p:cNvPr id="474" name="Google Shape;474;p21"/>
          <p:cNvSpPr/>
          <p:nvPr/>
        </p:nvSpPr>
        <p:spPr>
          <a:xfrm>
            <a:off x="5604463" y="3789925"/>
            <a:ext cx="436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 txBox="1"/>
          <p:nvPr/>
        </p:nvSpPr>
        <p:spPr>
          <a:xfrm>
            <a:off x="6175824" y="5129575"/>
            <a:ext cx="280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</a:t>
            </a:r>
            <a:r>
              <a:rPr lang="en-US"/>
              <a:t>batch, channels,  H // 2, W // 2</a:t>
            </a:r>
            <a:r>
              <a:rPr b="1" lang="en-US"/>
              <a:t>)</a:t>
            </a:r>
            <a:endParaRPr b="1"/>
          </a:p>
        </p:txBody>
      </p:sp>
      <p:graphicFrame>
        <p:nvGraphicFramePr>
          <p:cNvPr id="476" name="Google Shape;476;p21"/>
          <p:cNvGraphicFramePr/>
          <p:nvPr/>
        </p:nvGraphicFramePr>
        <p:xfrm>
          <a:off x="6918688" y="334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03950"/>
                <a:gridCol w="403950"/>
                <a:gridCol w="403950"/>
              </a:tblGrid>
              <a:tr h="31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88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38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548650" y="59435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Общая архитектура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25" y="3506737"/>
            <a:ext cx="1537895" cy="13992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7" name="Google Shape;487;p22"/>
          <p:cNvGraphicFramePr/>
          <p:nvPr/>
        </p:nvGraphicFramePr>
        <p:xfrm>
          <a:off x="2031900" y="246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8" name="Google Shape;488;p22"/>
          <p:cNvGraphicFramePr/>
          <p:nvPr/>
        </p:nvGraphicFramePr>
        <p:xfrm>
          <a:off x="2170875" y="264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9" name="Google Shape;489;p22"/>
          <p:cNvGraphicFramePr/>
          <p:nvPr/>
        </p:nvGraphicFramePr>
        <p:xfrm>
          <a:off x="2312800" y="280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0" name="Google Shape;490;p22"/>
          <p:cNvGraphicFramePr/>
          <p:nvPr/>
        </p:nvGraphicFramePr>
        <p:xfrm>
          <a:off x="2433800" y="294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1" name="Google Shape;491;p22"/>
          <p:cNvGraphicFramePr/>
          <p:nvPr/>
        </p:nvGraphicFramePr>
        <p:xfrm>
          <a:off x="2565275" y="3094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2" name="Google Shape;492;p22"/>
          <p:cNvGraphicFramePr/>
          <p:nvPr/>
        </p:nvGraphicFramePr>
        <p:xfrm>
          <a:off x="2707175" y="330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22"/>
          <p:cNvGraphicFramePr/>
          <p:nvPr/>
        </p:nvGraphicFramePr>
        <p:xfrm>
          <a:off x="2849125" y="3452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4" name="Google Shape;494;p22"/>
          <p:cNvGraphicFramePr/>
          <p:nvPr/>
        </p:nvGraphicFramePr>
        <p:xfrm>
          <a:off x="3011975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5" name="Google Shape;495;p22"/>
          <p:cNvGraphicFramePr/>
          <p:nvPr/>
        </p:nvGraphicFramePr>
        <p:xfrm>
          <a:off x="3126300" y="37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6" name="Google Shape;496;p22"/>
          <p:cNvGraphicFramePr/>
          <p:nvPr/>
        </p:nvGraphicFramePr>
        <p:xfrm>
          <a:off x="3293925" y="396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497" name="Google Shape;497;p22"/>
          <p:cNvSpPr txBox="1"/>
          <p:nvPr/>
        </p:nvSpPr>
        <p:spPr>
          <a:xfrm>
            <a:off x="3011975" y="498165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(10, 32, 32)</a:t>
            </a:r>
            <a:endParaRPr sz="1600"/>
          </a:p>
        </p:txBody>
      </p:sp>
      <p:sp>
        <p:nvSpPr>
          <p:cNvPr id="498" name="Google Shape;498;p22"/>
          <p:cNvSpPr txBox="1"/>
          <p:nvPr/>
        </p:nvSpPr>
        <p:spPr>
          <a:xfrm>
            <a:off x="452500" y="496680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(10, 32, 32)</a:t>
            </a:r>
            <a:endParaRPr sz="1600"/>
          </a:p>
        </p:txBody>
      </p:sp>
      <p:graphicFrame>
        <p:nvGraphicFramePr>
          <p:cNvPr id="499" name="Google Shape;499;p22"/>
          <p:cNvGraphicFramePr/>
          <p:nvPr/>
        </p:nvGraphicFramePr>
        <p:xfrm>
          <a:off x="4054275" y="291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500" name="Google Shape;500;p22"/>
          <p:cNvSpPr txBox="1"/>
          <p:nvPr/>
        </p:nvSpPr>
        <p:spPr>
          <a:xfrm>
            <a:off x="4595863" y="496680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(10, 16, 16)</a:t>
            </a:r>
            <a:endParaRPr sz="1600"/>
          </a:p>
        </p:txBody>
      </p:sp>
      <p:graphicFrame>
        <p:nvGraphicFramePr>
          <p:cNvPr id="501" name="Google Shape;501;p22"/>
          <p:cNvGraphicFramePr/>
          <p:nvPr/>
        </p:nvGraphicFramePr>
        <p:xfrm>
          <a:off x="4206675" y="307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2" name="Google Shape;502;p22"/>
          <p:cNvGraphicFramePr/>
          <p:nvPr/>
        </p:nvGraphicFramePr>
        <p:xfrm>
          <a:off x="4359075" y="322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3" name="Google Shape;503;p22"/>
          <p:cNvGraphicFramePr/>
          <p:nvPr/>
        </p:nvGraphicFramePr>
        <p:xfrm>
          <a:off x="4511475" y="33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Google Shape;504;p22"/>
          <p:cNvGraphicFramePr/>
          <p:nvPr/>
        </p:nvGraphicFramePr>
        <p:xfrm>
          <a:off x="4663875" y="352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5" name="Google Shape;505;p22"/>
          <p:cNvGraphicFramePr/>
          <p:nvPr/>
        </p:nvGraphicFramePr>
        <p:xfrm>
          <a:off x="4816275" y="368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6" name="Google Shape;506;p22"/>
          <p:cNvGraphicFramePr/>
          <p:nvPr/>
        </p:nvGraphicFramePr>
        <p:xfrm>
          <a:off x="4968675" y="383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7" name="Google Shape;507;p22"/>
          <p:cNvGraphicFramePr/>
          <p:nvPr/>
        </p:nvGraphicFramePr>
        <p:xfrm>
          <a:off x="5121075" y="39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8" name="Google Shape;508;p22"/>
          <p:cNvGraphicFramePr/>
          <p:nvPr/>
        </p:nvGraphicFramePr>
        <p:xfrm>
          <a:off x="5273475" y="4137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9" name="Google Shape;509;p22"/>
          <p:cNvGraphicFramePr/>
          <p:nvPr/>
        </p:nvGraphicFramePr>
        <p:xfrm>
          <a:off x="4748100" y="153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0" name="Google Shape;510;p22"/>
          <p:cNvGraphicFramePr/>
          <p:nvPr/>
        </p:nvGraphicFramePr>
        <p:xfrm>
          <a:off x="4900500" y="168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22"/>
          <p:cNvGraphicFramePr/>
          <p:nvPr/>
        </p:nvGraphicFramePr>
        <p:xfrm>
          <a:off x="5052900" y="184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2" name="Google Shape;512;p22"/>
          <p:cNvGraphicFramePr/>
          <p:nvPr/>
        </p:nvGraphicFramePr>
        <p:xfrm>
          <a:off x="5205300" y="19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3" name="Google Shape;513;p22"/>
          <p:cNvGraphicFramePr/>
          <p:nvPr/>
        </p:nvGraphicFramePr>
        <p:xfrm>
          <a:off x="5357700" y="214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4" name="Google Shape;514;p22"/>
          <p:cNvGraphicFramePr/>
          <p:nvPr/>
        </p:nvGraphicFramePr>
        <p:xfrm>
          <a:off x="5510100" y="22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5" name="Google Shape;515;p22"/>
          <p:cNvGraphicFramePr/>
          <p:nvPr/>
        </p:nvGraphicFramePr>
        <p:xfrm>
          <a:off x="5662500" y="245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6" name="Google Shape;516;p22"/>
          <p:cNvGraphicFramePr/>
          <p:nvPr/>
        </p:nvGraphicFramePr>
        <p:xfrm>
          <a:off x="5814900" y="260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7" name="Google Shape;517;p22"/>
          <p:cNvGraphicFramePr/>
          <p:nvPr/>
        </p:nvGraphicFramePr>
        <p:xfrm>
          <a:off x="5967300" y="275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8" name="Google Shape;518;p22"/>
          <p:cNvGraphicFramePr/>
          <p:nvPr/>
        </p:nvGraphicFramePr>
        <p:xfrm>
          <a:off x="6119700" y="290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9" name="Google Shape;519;p22"/>
          <p:cNvGraphicFramePr/>
          <p:nvPr/>
        </p:nvGraphicFramePr>
        <p:xfrm>
          <a:off x="6261300" y="307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0" name="Google Shape;520;p22"/>
          <p:cNvGraphicFramePr/>
          <p:nvPr/>
        </p:nvGraphicFramePr>
        <p:xfrm>
          <a:off x="6413700" y="322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1" name="Google Shape;521;p22"/>
          <p:cNvGraphicFramePr/>
          <p:nvPr/>
        </p:nvGraphicFramePr>
        <p:xfrm>
          <a:off x="6566100" y="33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2" name="Google Shape;522;p22"/>
          <p:cNvGraphicFramePr/>
          <p:nvPr/>
        </p:nvGraphicFramePr>
        <p:xfrm>
          <a:off x="6718500" y="352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3" name="Google Shape;523;p22"/>
          <p:cNvGraphicFramePr/>
          <p:nvPr/>
        </p:nvGraphicFramePr>
        <p:xfrm>
          <a:off x="6870900" y="368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4" name="Google Shape;524;p22"/>
          <p:cNvGraphicFramePr/>
          <p:nvPr/>
        </p:nvGraphicFramePr>
        <p:xfrm>
          <a:off x="7023300" y="383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5" name="Google Shape;525;p22"/>
          <p:cNvGraphicFramePr/>
          <p:nvPr/>
        </p:nvGraphicFramePr>
        <p:xfrm>
          <a:off x="7175700" y="39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523675"/>
              </a:tblGrid>
              <a:tr h="49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26" name="Google Shape;526;p22"/>
          <p:cNvSpPr txBox="1"/>
          <p:nvPr/>
        </p:nvSpPr>
        <p:spPr>
          <a:xfrm>
            <a:off x="6545638" y="4922750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(20, 16, 16)</a:t>
            </a:r>
            <a:endParaRPr sz="1600"/>
          </a:p>
        </p:txBody>
      </p:sp>
      <p:graphicFrame>
        <p:nvGraphicFramePr>
          <p:cNvPr id="527" name="Google Shape;527;p22"/>
          <p:cNvGraphicFramePr/>
          <p:nvPr/>
        </p:nvGraphicFramePr>
        <p:xfrm>
          <a:off x="6338563" y="180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8" name="Google Shape;528;p22"/>
          <p:cNvGraphicFramePr/>
          <p:nvPr/>
        </p:nvGraphicFramePr>
        <p:xfrm>
          <a:off x="6490963" y="195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9" name="Google Shape;529;p22"/>
          <p:cNvGraphicFramePr/>
          <p:nvPr/>
        </p:nvGraphicFramePr>
        <p:xfrm>
          <a:off x="6643363" y="210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0" name="Google Shape;530;p22"/>
          <p:cNvGraphicFramePr/>
          <p:nvPr/>
        </p:nvGraphicFramePr>
        <p:xfrm>
          <a:off x="6795763" y="226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1" name="Google Shape;531;p22"/>
          <p:cNvGraphicFramePr/>
          <p:nvPr/>
        </p:nvGraphicFramePr>
        <p:xfrm>
          <a:off x="6937363" y="237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2" name="Google Shape;532;p22"/>
          <p:cNvGraphicFramePr/>
          <p:nvPr/>
        </p:nvGraphicFramePr>
        <p:xfrm>
          <a:off x="7089763" y="2527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3" name="Google Shape;533;p22"/>
          <p:cNvGraphicFramePr/>
          <p:nvPr/>
        </p:nvGraphicFramePr>
        <p:xfrm>
          <a:off x="7242163" y="268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Google Shape;534;p22"/>
          <p:cNvGraphicFramePr/>
          <p:nvPr/>
        </p:nvGraphicFramePr>
        <p:xfrm>
          <a:off x="7394563" y="283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Google Shape;535;p22"/>
          <p:cNvGraphicFramePr/>
          <p:nvPr/>
        </p:nvGraphicFramePr>
        <p:xfrm>
          <a:off x="7497550" y="29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Google Shape;536;p22"/>
          <p:cNvGraphicFramePr/>
          <p:nvPr/>
        </p:nvGraphicFramePr>
        <p:xfrm>
          <a:off x="7649950" y="308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Google Shape;537;p22"/>
          <p:cNvGraphicFramePr/>
          <p:nvPr/>
        </p:nvGraphicFramePr>
        <p:xfrm>
          <a:off x="7802350" y="324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8" name="Google Shape;538;p22"/>
          <p:cNvGraphicFramePr/>
          <p:nvPr/>
        </p:nvGraphicFramePr>
        <p:xfrm>
          <a:off x="7971025" y="34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9" name="Google Shape;539;p22"/>
          <p:cNvGraphicFramePr/>
          <p:nvPr/>
        </p:nvGraphicFramePr>
        <p:xfrm>
          <a:off x="8123425" y="35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0" name="Google Shape;540;p22"/>
          <p:cNvGraphicFramePr/>
          <p:nvPr/>
        </p:nvGraphicFramePr>
        <p:xfrm>
          <a:off x="8275825" y="37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1" name="Google Shape;541;p22"/>
          <p:cNvGraphicFramePr/>
          <p:nvPr/>
        </p:nvGraphicFramePr>
        <p:xfrm>
          <a:off x="8428225" y="389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2" name="Google Shape;542;p22"/>
          <p:cNvGraphicFramePr/>
          <p:nvPr/>
        </p:nvGraphicFramePr>
        <p:xfrm>
          <a:off x="8580625" y="40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3" name="Google Shape;543;p22"/>
          <p:cNvGraphicFramePr/>
          <p:nvPr/>
        </p:nvGraphicFramePr>
        <p:xfrm>
          <a:off x="8720125" y="422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544" name="Google Shape;544;p22"/>
          <p:cNvSpPr txBox="1"/>
          <p:nvPr/>
        </p:nvSpPr>
        <p:spPr>
          <a:xfrm>
            <a:off x="8308975" y="4874375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(20, 8, 8)</a:t>
            </a:r>
            <a:endParaRPr sz="1600"/>
          </a:p>
        </p:txBody>
      </p:sp>
      <p:sp>
        <p:nvSpPr>
          <p:cNvPr id="545" name="Google Shape;545;p22"/>
          <p:cNvSpPr/>
          <p:nvPr/>
        </p:nvSpPr>
        <p:spPr>
          <a:xfrm>
            <a:off x="10100675" y="2313225"/>
            <a:ext cx="444300" cy="437700"/>
          </a:xfrm>
          <a:prstGeom prst="ellipse">
            <a:avLst/>
          </a:prstGeom>
          <a:solidFill>
            <a:srgbClr val="F9D6A1"/>
          </a:solidFill>
          <a:ln cap="flat" cmpd="sng" w="2857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10103250" y="2958925"/>
            <a:ext cx="444300" cy="437700"/>
          </a:xfrm>
          <a:prstGeom prst="ellipse">
            <a:avLst/>
          </a:prstGeom>
          <a:solidFill>
            <a:srgbClr val="F9D6A1"/>
          </a:solidFill>
          <a:ln cap="flat" cmpd="sng" w="2857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10100675" y="3604625"/>
            <a:ext cx="444300" cy="437700"/>
          </a:xfrm>
          <a:prstGeom prst="ellipse">
            <a:avLst/>
          </a:prstGeom>
          <a:solidFill>
            <a:srgbClr val="F9D6A1"/>
          </a:solidFill>
          <a:ln cap="flat" cmpd="sng" w="2857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10912825" y="2665900"/>
            <a:ext cx="444300" cy="437700"/>
          </a:xfrm>
          <a:prstGeom prst="ellipse">
            <a:avLst/>
          </a:prstGeom>
          <a:solidFill>
            <a:srgbClr val="D9EAD3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10912825" y="3327700"/>
            <a:ext cx="444300" cy="437700"/>
          </a:xfrm>
          <a:prstGeom prst="ellipse">
            <a:avLst/>
          </a:prstGeom>
          <a:solidFill>
            <a:srgbClr val="D9EAD3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2"/>
          <p:cNvSpPr/>
          <p:nvPr/>
        </p:nvSpPr>
        <p:spPr>
          <a:xfrm>
            <a:off x="9596275" y="1996338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9596275" y="2436813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9598700" y="2894025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9601375" y="3351213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9614500" y="4018975"/>
            <a:ext cx="191700" cy="19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2"/>
          <p:cNvSpPr txBox="1"/>
          <p:nvPr/>
        </p:nvSpPr>
        <p:spPr>
          <a:xfrm>
            <a:off x="9527300" y="3623388"/>
            <a:ext cx="4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556" name="Google Shape;556;p22"/>
          <p:cNvSpPr txBox="1"/>
          <p:nvPr/>
        </p:nvSpPr>
        <p:spPr>
          <a:xfrm>
            <a:off x="10110400" y="3246375"/>
            <a:ext cx="4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557" name="Google Shape;557;p22"/>
          <p:cNvSpPr txBox="1"/>
          <p:nvPr/>
        </p:nvSpPr>
        <p:spPr>
          <a:xfrm>
            <a:off x="10940825" y="2941563"/>
            <a:ext cx="4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cxnSp>
        <p:nvCxnSpPr>
          <p:cNvPr id="558" name="Google Shape;558;p22"/>
          <p:cNvCxnSpPr>
            <a:stCxn id="550" idx="6"/>
            <a:endCxn id="545" idx="2"/>
          </p:cNvCxnSpPr>
          <p:nvPr/>
        </p:nvCxnSpPr>
        <p:spPr>
          <a:xfrm>
            <a:off x="9787975" y="2091588"/>
            <a:ext cx="312600" cy="4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22"/>
          <p:cNvCxnSpPr>
            <a:stCxn id="551" idx="6"/>
            <a:endCxn id="545" idx="2"/>
          </p:cNvCxnSpPr>
          <p:nvPr/>
        </p:nvCxnSpPr>
        <p:spPr>
          <a:xfrm>
            <a:off x="9787975" y="2532063"/>
            <a:ext cx="31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22"/>
          <p:cNvCxnSpPr>
            <a:stCxn id="552" idx="6"/>
            <a:endCxn id="545" idx="2"/>
          </p:cNvCxnSpPr>
          <p:nvPr/>
        </p:nvCxnSpPr>
        <p:spPr>
          <a:xfrm flipH="1" rot="10800000">
            <a:off x="9790400" y="2532075"/>
            <a:ext cx="3102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22"/>
          <p:cNvCxnSpPr>
            <a:stCxn id="553" idx="6"/>
            <a:endCxn id="545" idx="2"/>
          </p:cNvCxnSpPr>
          <p:nvPr/>
        </p:nvCxnSpPr>
        <p:spPr>
          <a:xfrm flipH="1" rot="10800000">
            <a:off x="9793075" y="2532063"/>
            <a:ext cx="3075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22"/>
          <p:cNvCxnSpPr>
            <a:stCxn id="554" idx="6"/>
            <a:endCxn id="545" idx="2"/>
          </p:cNvCxnSpPr>
          <p:nvPr/>
        </p:nvCxnSpPr>
        <p:spPr>
          <a:xfrm flipH="1" rot="10800000">
            <a:off x="9806200" y="2532025"/>
            <a:ext cx="294600" cy="15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22"/>
          <p:cNvCxnSpPr>
            <a:stCxn id="545" idx="6"/>
          </p:cNvCxnSpPr>
          <p:nvPr/>
        </p:nvCxnSpPr>
        <p:spPr>
          <a:xfrm>
            <a:off x="10544975" y="2532075"/>
            <a:ext cx="38880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22"/>
          <p:cNvCxnSpPr>
            <a:stCxn id="546" idx="6"/>
          </p:cNvCxnSpPr>
          <p:nvPr/>
        </p:nvCxnSpPr>
        <p:spPr>
          <a:xfrm flipH="1" rot="10800000">
            <a:off x="10547550" y="2906275"/>
            <a:ext cx="355200" cy="27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22"/>
          <p:cNvCxnSpPr>
            <a:endCxn id="549" idx="2"/>
          </p:cNvCxnSpPr>
          <p:nvPr/>
        </p:nvCxnSpPr>
        <p:spPr>
          <a:xfrm>
            <a:off x="10543825" y="3194050"/>
            <a:ext cx="369000" cy="3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22"/>
          <p:cNvCxnSpPr>
            <a:stCxn id="547" idx="6"/>
            <a:endCxn id="549" idx="2"/>
          </p:cNvCxnSpPr>
          <p:nvPr/>
        </p:nvCxnSpPr>
        <p:spPr>
          <a:xfrm flipH="1" rot="10800000">
            <a:off x="10544975" y="3546575"/>
            <a:ext cx="367800" cy="27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22"/>
          <p:cNvCxnSpPr>
            <a:stCxn id="547" idx="6"/>
          </p:cNvCxnSpPr>
          <p:nvPr/>
        </p:nvCxnSpPr>
        <p:spPr>
          <a:xfrm flipH="1" rot="10800000">
            <a:off x="10544975" y="2901875"/>
            <a:ext cx="371100" cy="9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22"/>
          <p:cNvCxnSpPr>
            <a:stCxn id="545" idx="6"/>
            <a:endCxn id="549" idx="3"/>
          </p:cNvCxnSpPr>
          <p:nvPr/>
        </p:nvCxnSpPr>
        <p:spPr>
          <a:xfrm>
            <a:off x="10544975" y="2532075"/>
            <a:ext cx="432900" cy="11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22"/>
          <p:cNvCxnSpPr>
            <a:stCxn id="546" idx="2"/>
            <a:endCxn id="550" idx="5"/>
          </p:cNvCxnSpPr>
          <p:nvPr/>
        </p:nvCxnSpPr>
        <p:spPr>
          <a:xfrm rot="10800000">
            <a:off x="9760050" y="2158975"/>
            <a:ext cx="343200" cy="10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22"/>
          <p:cNvCxnSpPr>
            <a:endCxn id="551" idx="6"/>
          </p:cNvCxnSpPr>
          <p:nvPr/>
        </p:nvCxnSpPr>
        <p:spPr>
          <a:xfrm rot="10800000">
            <a:off x="9787975" y="2532063"/>
            <a:ext cx="326100" cy="6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22"/>
          <p:cNvCxnSpPr>
            <a:stCxn id="546" idx="2"/>
            <a:endCxn id="552" idx="6"/>
          </p:cNvCxnSpPr>
          <p:nvPr/>
        </p:nvCxnSpPr>
        <p:spPr>
          <a:xfrm rot="10800000">
            <a:off x="9790350" y="2989375"/>
            <a:ext cx="312900" cy="18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22"/>
          <p:cNvCxnSpPr>
            <a:endCxn id="553" idx="6"/>
          </p:cNvCxnSpPr>
          <p:nvPr/>
        </p:nvCxnSpPr>
        <p:spPr>
          <a:xfrm flipH="1">
            <a:off x="9793075" y="3194163"/>
            <a:ext cx="303300" cy="2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22"/>
          <p:cNvCxnSpPr>
            <a:stCxn id="547" idx="2"/>
            <a:endCxn id="553" idx="6"/>
          </p:cNvCxnSpPr>
          <p:nvPr/>
        </p:nvCxnSpPr>
        <p:spPr>
          <a:xfrm rot="10800000">
            <a:off x="9793175" y="3446375"/>
            <a:ext cx="307500" cy="3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22"/>
          <p:cNvCxnSpPr>
            <a:endCxn id="554" idx="6"/>
          </p:cNvCxnSpPr>
          <p:nvPr/>
        </p:nvCxnSpPr>
        <p:spPr>
          <a:xfrm flipH="1">
            <a:off x="9806200" y="3181825"/>
            <a:ext cx="303300" cy="93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22"/>
          <p:cNvCxnSpPr>
            <a:stCxn id="552" idx="6"/>
            <a:endCxn id="547" idx="2"/>
          </p:cNvCxnSpPr>
          <p:nvPr/>
        </p:nvCxnSpPr>
        <p:spPr>
          <a:xfrm>
            <a:off x="9790400" y="2989275"/>
            <a:ext cx="310200" cy="8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22"/>
          <p:cNvCxnSpPr>
            <a:stCxn id="554" idx="6"/>
            <a:endCxn id="547" idx="2"/>
          </p:cNvCxnSpPr>
          <p:nvPr/>
        </p:nvCxnSpPr>
        <p:spPr>
          <a:xfrm flipH="1" rot="10800000">
            <a:off x="9806200" y="3823525"/>
            <a:ext cx="2946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22"/>
          <p:cNvCxnSpPr>
            <a:stCxn id="551" idx="6"/>
            <a:endCxn id="547" idx="2"/>
          </p:cNvCxnSpPr>
          <p:nvPr/>
        </p:nvCxnSpPr>
        <p:spPr>
          <a:xfrm>
            <a:off x="9787975" y="2532063"/>
            <a:ext cx="312600" cy="12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22"/>
          <p:cNvCxnSpPr>
            <a:stCxn id="550" idx="5"/>
            <a:endCxn id="547" idx="2"/>
          </p:cNvCxnSpPr>
          <p:nvPr/>
        </p:nvCxnSpPr>
        <p:spPr>
          <a:xfrm>
            <a:off x="9759901" y="2158939"/>
            <a:ext cx="340800" cy="16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22"/>
          <p:cNvCxnSpPr>
            <a:stCxn id="548" idx="6"/>
          </p:cNvCxnSpPr>
          <p:nvPr/>
        </p:nvCxnSpPr>
        <p:spPr>
          <a:xfrm>
            <a:off x="11357125" y="2884750"/>
            <a:ext cx="35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22"/>
          <p:cNvCxnSpPr/>
          <p:nvPr/>
        </p:nvCxnSpPr>
        <p:spPr>
          <a:xfrm>
            <a:off x="11357175" y="3556925"/>
            <a:ext cx="35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22"/>
          <p:cNvSpPr txBox="1"/>
          <p:nvPr/>
        </p:nvSpPr>
        <p:spPr>
          <a:xfrm>
            <a:off x="9527300" y="4896025"/>
            <a:ext cx="1479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1280</a:t>
            </a:r>
            <a:endParaRPr sz="1600"/>
          </a:p>
        </p:txBody>
      </p:sp>
      <p:sp>
        <p:nvSpPr>
          <p:cNvPr id="582" name="Google Shape;582;p22"/>
          <p:cNvSpPr txBox="1"/>
          <p:nvPr/>
        </p:nvSpPr>
        <p:spPr>
          <a:xfrm>
            <a:off x="3695525" y="2517325"/>
            <a:ext cx="12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74EA7"/>
                </a:solidFill>
              </a:rPr>
              <a:t>MaxPooling</a:t>
            </a:r>
            <a:endParaRPr b="1">
              <a:solidFill>
                <a:srgbClr val="674EA7"/>
              </a:solidFill>
            </a:endParaRPr>
          </a:p>
        </p:txBody>
      </p:sp>
      <p:sp>
        <p:nvSpPr>
          <p:cNvPr id="583" name="Google Shape;583;p22"/>
          <p:cNvSpPr txBox="1"/>
          <p:nvPr/>
        </p:nvSpPr>
        <p:spPr>
          <a:xfrm>
            <a:off x="5946775" y="1345788"/>
            <a:ext cx="12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74EA7"/>
                </a:solidFill>
              </a:rPr>
              <a:t>MaxPooling</a:t>
            </a:r>
            <a:endParaRPr b="1">
              <a:solidFill>
                <a:srgbClr val="674EA7"/>
              </a:solidFill>
            </a:endParaRPr>
          </a:p>
        </p:txBody>
      </p:sp>
      <p:sp>
        <p:nvSpPr>
          <p:cNvPr id="584" name="Google Shape;584;p22"/>
          <p:cNvSpPr/>
          <p:nvPr/>
        </p:nvSpPr>
        <p:spPr>
          <a:xfrm rot="-2387645">
            <a:off x="3483507" y="1983662"/>
            <a:ext cx="191710" cy="2263026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/>
          <p:nvPr/>
        </p:nvSpPr>
        <p:spPr>
          <a:xfrm rot="-2700000">
            <a:off x="6427536" y="917434"/>
            <a:ext cx="191767" cy="3501876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/>
          <p:cNvSpPr txBox="1"/>
          <p:nvPr/>
        </p:nvSpPr>
        <p:spPr>
          <a:xfrm>
            <a:off x="1094200" y="1873500"/>
            <a:ext cx="15900" cy="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/>
          <p:cNvSpPr txBox="1"/>
          <p:nvPr/>
        </p:nvSpPr>
        <p:spPr>
          <a:xfrm>
            <a:off x="3501438" y="2750925"/>
            <a:ext cx="3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588" name="Google Shape;588;p22"/>
          <p:cNvSpPr txBox="1"/>
          <p:nvPr/>
        </p:nvSpPr>
        <p:spPr>
          <a:xfrm>
            <a:off x="6327438" y="2284388"/>
            <a:ext cx="3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3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Проблема затухающих градиентов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6" name="Google Shape;596;p23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926075"/>
            <a:ext cx="4862824" cy="336592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3"/>
          <p:cNvSpPr txBox="1"/>
          <p:nvPr/>
        </p:nvSpPr>
        <p:spPr>
          <a:xfrm>
            <a:off x="6821542" y="3117700"/>
            <a:ext cx="31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Проблема затухающих (исчезающих) градиентов (vanishing gradients)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ResNet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7" name="Google Shape;607;p24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/>
          <p:nvPr/>
        </p:nvSpPr>
        <p:spPr>
          <a:xfrm>
            <a:off x="1873625" y="2574900"/>
            <a:ext cx="29622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5060075" y="2574900"/>
            <a:ext cx="19305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747675" y="3288300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x</a:t>
            </a:r>
            <a:endParaRPr b="1" sz="2700"/>
          </a:p>
        </p:txBody>
      </p:sp>
      <p:sp>
        <p:nvSpPr>
          <p:cNvPr id="612" name="Google Shape;612;p24"/>
          <p:cNvSpPr/>
          <p:nvPr/>
        </p:nvSpPr>
        <p:spPr>
          <a:xfrm>
            <a:off x="7667700" y="3288300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+</a:t>
            </a:r>
            <a:endParaRPr b="1" sz="2700"/>
          </a:p>
        </p:txBody>
      </p:sp>
      <p:cxnSp>
        <p:nvCxnSpPr>
          <p:cNvPr id="613" name="Google Shape;613;p24"/>
          <p:cNvCxnSpPr>
            <a:stCxn id="611" idx="6"/>
            <a:endCxn id="609" idx="1"/>
          </p:cNvCxnSpPr>
          <p:nvPr/>
        </p:nvCxnSpPr>
        <p:spPr>
          <a:xfrm>
            <a:off x="1365375" y="3582900"/>
            <a:ext cx="5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24"/>
          <p:cNvCxnSpPr>
            <a:stCxn id="610" idx="3"/>
            <a:endCxn id="612" idx="2"/>
          </p:cNvCxnSpPr>
          <p:nvPr/>
        </p:nvCxnSpPr>
        <p:spPr>
          <a:xfrm>
            <a:off x="6990575" y="3582900"/>
            <a:ext cx="6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5" name="Google Shape;615;p24"/>
          <p:cNvSpPr/>
          <p:nvPr/>
        </p:nvSpPr>
        <p:spPr>
          <a:xfrm rot="-5400000">
            <a:off x="1537850" y="3318600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_1, 3x3</a:t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3019775" y="2574900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Norm</a:t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3839113" y="25749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ReLU</a:t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6096363" y="2574900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Batch Norm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8682888" y="25749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ReLU</a:t>
            </a:r>
            <a:endParaRPr/>
          </a:p>
        </p:txBody>
      </p:sp>
      <p:cxnSp>
        <p:nvCxnSpPr>
          <p:cNvPr id="620" name="Google Shape;620;p24"/>
          <p:cNvCxnSpPr/>
          <p:nvPr/>
        </p:nvCxnSpPr>
        <p:spPr>
          <a:xfrm>
            <a:off x="9352800" y="3582900"/>
            <a:ext cx="6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24"/>
          <p:cNvCxnSpPr>
            <a:stCxn id="612" idx="6"/>
            <a:endCxn id="619" idx="1"/>
          </p:cNvCxnSpPr>
          <p:nvPr/>
        </p:nvCxnSpPr>
        <p:spPr>
          <a:xfrm>
            <a:off x="8285400" y="3582900"/>
            <a:ext cx="39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2" name="Google Shape;622;p24"/>
          <p:cNvSpPr/>
          <p:nvPr/>
        </p:nvSpPr>
        <p:spPr>
          <a:xfrm rot="-5400000">
            <a:off x="4709050" y="3318600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_2, 3x3</a:t>
            </a:r>
            <a:endParaRPr/>
          </a:p>
        </p:txBody>
      </p:sp>
      <p:cxnSp>
        <p:nvCxnSpPr>
          <p:cNvPr id="623" name="Google Shape;623;p24"/>
          <p:cNvCxnSpPr>
            <a:stCxn id="611" idx="4"/>
          </p:cNvCxnSpPr>
          <p:nvPr/>
        </p:nvCxnSpPr>
        <p:spPr>
          <a:xfrm>
            <a:off x="1056525" y="3877500"/>
            <a:ext cx="2400" cy="139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24"/>
          <p:cNvCxnSpPr/>
          <p:nvPr/>
        </p:nvCxnSpPr>
        <p:spPr>
          <a:xfrm flipH="1" rot="10800000">
            <a:off x="1058800" y="5260525"/>
            <a:ext cx="6903900" cy="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24"/>
          <p:cNvCxnSpPr>
            <a:endCxn id="612" idx="4"/>
          </p:cNvCxnSpPr>
          <p:nvPr/>
        </p:nvCxnSpPr>
        <p:spPr>
          <a:xfrm flipH="1" rot="10800000">
            <a:off x="7963950" y="3877500"/>
            <a:ext cx="12600" cy="138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p24"/>
          <p:cNvSpPr/>
          <p:nvPr/>
        </p:nvSpPr>
        <p:spPr>
          <a:xfrm rot="5400000">
            <a:off x="4218775" y="-298575"/>
            <a:ext cx="371100" cy="5124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 txBox="1"/>
          <p:nvPr/>
        </p:nvSpPr>
        <p:spPr>
          <a:xfrm>
            <a:off x="4116700" y="1621600"/>
            <a:ext cx="10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p24"/>
          <p:cNvSpPr txBox="1"/>
          <p:nvPr/>
        </p:nvSpPr>
        <p:spPr>
          <a:xfrm>
            <a:off x="7667700" y="2805863"/>
            <a:ext cx="6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H(x)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24"/>
          <p:cNvSpPr txBox="1"/>
          <p:nvPr/>
        </p:nvSpPr>
        <p:spPr>
          <a:xfrm>
            <a:off x="4285600" y="4824888"/>
            <a:ext cx="6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ResNet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7" name="Google Shape;637;p2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1647346" y="2815212"/>
            <a:ext cx="2367000" cy="1836300"/>
          </a:xfrm>
          <a:prstGeom prst="roundRect">
            <a:avLst>
              <a:gd fmla="val 16667" name="adj"/>
            </a:avLst>
          </a:prstGeom>
          <a:noFill/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40" name="Google Shape;640;p25"/>
          <p:cNvSpPr/>
          <p:nvPr/>
        </p:nvSpPr>
        <p:spPr>
          <a:xfrm>
            <a:off x="4193423" y="2815212"/>
            <a:ext cx="1542600" cy="1836300"/>
          </a:xfrm>
          <a:prstGeom prst="roundRect">
            <a:avLst>
              <a:gd fmla="val 16667" name="adj"/>
            </a:avLst>
          </a:prstGeom>
          <a:noFill/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41" name="Google Shape;641;p25"/>
          <p:cNvSpPr/>
          <p:nvPr/>
        </p:nvSpPr>
        <p:spPr>
          <a:xfrm>
            <a:off x="747675" y="3465030"/>
            <a:ext cx="493500" cy="536400"/>
          </a:xfrm>
          <a:prstGeom prst="ellipse">
            <a:avLst/>
          </a:prstGeom>
          <a:solidFill>
            <a:schemeClr val="lt2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/>
              <a:t>x</a:t>
            </a:r>
            <a:endParaRPr b="1" sz="2157"/>
          </a:p>
        </p:txBody>
      </p:sp>
      <p:sp>
        <p:nvSpPr>
          <p:cNvPr id="642" name="Google Shape;642;p25"/>
          <p:cNvSpPr/>
          <p:nvPr/>
        </p:nvSpPr>
        <p:spPr>
          <a:xfrm>
            <a:off x="6277000" y="3465030"/>
            <a:ext cx="493500" cy="536400"/>
          </a:xfrm>
          <a:prstGeom prst="ellipse">
            <a:avLst/>
          </a:prstGeom>
          <a:solidFill>
            <a:schemeClr val="lt2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/>
              <a:t>+</a:t>
            </a:r>
            <a:endParaRPr b="1" sz="2157"/>
          </a:p>
        </p:txBody>
      </p:sp>
      <p:cxnSp>
        <p:nvCxnSpPr>
          <p:cNvPr id="643" name="Google Shape;643;p25"/>
          <p:cNvCxnSpPr>
            <a:stCxn id="641" idx="6"/>
            <a:endCxn id="639" idx="1"/>
          </p:cNvCxnSpPr>
          <p:nvPr/>
        </p:nvCxnSpPr>
        <p:spPr>
          <a:xfrm>
            <a:off x="1241175" y="3733230"/>
            <a:ext cx="4062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25"/>
          <p:cNvCxnSpPr>
            <a:stCxn id="640" idx="3"/>
            <a:endCxn id="642" idx="2"/>
          </p:cNvCxnSpPr>
          <p:nvPr/>
        </p:nvCxnSpPr>
        <p:spPr>
          <a:xfrm>
            <a:off x="5736023" y="3733362"/>
            <a:ext cx="5409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25"/>
          <p:cNvSpPr/>
          <p:nvPr/>
        </p:nvSpPr>
        <p:spPr>
          <a:xfrm rot="-5400000">
            <a:off x="1266947" y="3522121"/>
            <a:ext cx="1825500" cy="422400"/>
          </a:xfrm>
          <a:prstGeom prst="rect">
            <a:avLst/>
          </a:prstGeom>
          <a:solidFill>
            <a:srgbClr val="D9EAD3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Conv, _1, 3x3</a:t>
            </a:r>
            <a:endParaRPr sz="1119"/>
          </a:p>
        </p:txBody>
      </p:sp>
      <p:sp>
        <p:nvSpPr>
          <p:cNvPr id="646" name="Google Shape;646;p25"/>
          <p:cNvSpPr/>
          <p:nvPr/>
        </p:nvSpPr>
        <p:spPr>
          <a:xfrm>
            <a:off x="2563157" y="2815212"/>
            <a:ext cx="535200" cy="1836300"/>
          </a:xfrm>
          <a:prstGeom prst="rect">
            <a:avLst/>
          </a:prstGeom>
          <a:solidFill>
            <a:srgbClr val="FCE5CD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Batch Norm</a:t>
            </a:r>
            <a:endParaRPr sz="1119"/>
          </a:p>
        </p:txBody>
      </p:sp>
      <p:sp>
        <p:nvSpPr>
          <p:cNvPr id="647" name="Google Shape;647;p25"/>
          <p:cNvSpPr/>
          <p:nvPr/>
        </p:nvSpPr>
        <p:spPr>
          <a:xfrm>
            <a:off x="3217834" y="2815212"/>
            <a:ext cx="535200" cy="1836300"/>
          </a:xfrm>
          <a:prstGeom prst="rect">
            <a:avLst/>
          </a:prstGeom>
          <a:solidFill>
            <a:srgbClr val="D9D2E9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>
                <a:solidFill>
                  <a:schemeClr val="dk1"/>
                </a:solidFill>
              </a:rPr>
              <a:t>ReLU</a:t>
            </a:r>
            <a:endParaRPr sz="1119"/>
          </a:p>
        </p:txBody>
      </p:sp>
      <p:sp>
        <p:nvSpPr>
          <p:cNvPr id="648" name="Google Shape;648;p25"/>
          <p:cNvSpPr/>
          <p:nvPr/>
        </p:nvSpPr>
        <p:spPr>
          <a:xfrm>
            <a:off x="5021450" y="2815212"/>
            <a:ext cx="535200" cy="1836300"/>
          </a:xfrm>
          <a:prstGeom prst="rect">
            <a:avLst/>
          </a:prstGeom>
          <a:solidFill>
            <a:srgbClr val="FCE5CD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>
                <a:solidFill>
                  <a:schemeClr val="dk1"/>
                </a:solidFill>
              </a:rPr>
              <a:t>Batch Norm</a:t>
            </a:r>
            <a:endParaRPr sz="11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49" name="Google Shape;649;p25"/>
          <p:cNvSpPr/>
          <p:nvPr/>
        </p:nvSpPr>
        <p:spPr>
          <a:xfrm>
            <a:off x="7088168" y="2815212"/>
            <a:ext cx="535200" cy="1836300"/>
          </a:xfrm>
          <a:prstGeom prst="rect">
            <a:avLst/>
          </a:prstGeom>
          <a:solidFill>
            <a:srgbClr val="D9D2E9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ReLU</a:t>
            </a:r>
            <a:endParaRPr sz="1119"/>
          </a:p>
        </p:txBody>
      </p:sp>
      <p:cxnSp>
        <p:nvCxnSpPr>
          <p:cNvPr id="650" name="Google Shape;650;p25"/>
          <p:cNvCxnSpPr/>
          <p:nvPr/>
        </p:nvCxnSpPr>
        <p:spPr>
          <a:xfrm>
            <a:off x="7623450" y="3733374"/>
            <a:ext cx="5409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25"/>
          <p:cNvCxnSpPr>
            <a:stCxn id="642" idx="6"/>
            <a:endCxn id="649" idx="1"/>
          </p:cNvCxnSpPr>
          <p:nvPr/>
        </p:nvCxnSpPr>
        <p:spPr>
          <a:xfrm>
            <a:off x="6770500" y="3733230"/>
            <a:ext cx="3177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25"/>
          <p:cNvSpPr/>
          <p:nvPr/>
        </p:nvSpPr>
        <p:spPr>
          <a:xfrm rot="-5400000">
            <a:off x="3800839" y="3522121"/>
            <a:ext cx="1825500" cy="422400"/>
          </a:xfrm>
          <a:prstGeom prst="rect">
            <a:avLst/>
          </a:prstGeom>
          <a:solidFill>
            <a:srgbClr val="D9EAD3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Conv, _2, 3x3</a:t>
            </a:r>
            <a:endParaRPr sz="1119"/>
          </a:p>
        </p:txBody>
      </p:sp>
      <p:cxnSp>
        <p:nvCxnSpPr>
          <p:cNvPr id="653" name="Google Shape;653;p25"/>
          <p:cNvCxnSpPr>
            <a:stCxn id="641" idx="4"/>
          </p:cNvCxnSpPr>
          <p:nvPr/>
        </p:nvCxnSpPr>
        <p:spPr>
          <a:xfrm>
            <a:off x="994425" y="4001430"/>
            <a:ext cx="1800" cy="1269300"/>
          </a:xfrm>
          <a:prstGeom prst="straightConnector1">
            <a:avLst/>
          </a:prstGeom>
          <a:noFill/>
          <a:ln cap="flat" cmpd="sng" w="30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25"/>
          <p:cNvCxnSpPr/>
          <p:nvPr/>
        </p:nvCxnSpPr>
        <p:spPr>
          <a:xfrm flipH="1" rot="10800000">
            <a:off x="996274" y="5261466"/>
            <a:ext cx="5516400" cy="6300"/>
          </a:xfrm>
          <a:prstGeom prst="straightConnector1">
            <a:avLst/>
          </a:prstGeom>
          <a:noFill/>
          <a:ln cap="flat" cmpd="sng" w="30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25"/>
          <p:cNvCxnSpPr>
            <a:endCxn id="642" idx="4"/>
          </p:cNvCxnSpPr>
          <p:nvPr/>
        </p:nvCxnSpPr>
        <p:spPr>
          <a:xfrm flipH="1" rot="10800000">
            <a:off x="6513550" y="4001430"/>
            <a:ext cx="10200" cy="1260000"/>
          </a:xfrm>
          <a:prstGeom prst="straightConnector1">
            <a:avLst/>
          </a:prstGeom>
          <a:noFill/>
          <a:ln cap="flat" cmpd="sng" w="30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25"/>
          <p:cNvSpPr/>
          <p:nvPr/>
        </p:nvSpPr>
        <p:spPr>
          <a:xfrm rot="5400000">
            <a:off x="3500568" y="484307"/>
            <a:ext cx="337800" cy="4094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2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57" name="Google Shape;657;p25"/>
          <p:cNvSpPr txBox="1"/>
          <p:nvPr/>
        </p:nvSpPr>
        <p:spPr>
          <a:xfrm>
            <a:off x="3439636" y="1946875"/>
            <a:ext cx="8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98"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 i="1" sz="15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25"/>
          <p:cNvSpPr txBox="1"/>
          <p:nvPr/>
        </p:nvSpPr>
        <p:spPr>
          <a:xfrm>
            <a:off x="6277000" y="3025590"/>
            <a:ext cx="540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8">
                <a:latin typeface="Times New Roman"/>
                <a:ea typeface="Times New Roman"/>
                <a:cs typeface="Times New Roman"/>
                <a:sym typeface="Times New Roman"/>
              </a:rPr>
              <a:t>H(x)</a:t>
            </a:r>
            <a:endParaRPr i="1" sz="13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25"/>
          <p:cNvSpPr txBox="1"/>
          <p:nvPr/>
        </p:nvSpPr>
        <p:spPr>
          <a:xfrm>
            <a:off x="3574592" y="4864670"/>
            <a:ext cx="540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8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3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25"/>
          <p:cNvSpPr txBox="1"/>
          <p:nvPr/>
        </p:nvSpPr>
        <p:spPr>
          <a:xfrm>
            <a:off x="8575150" y="1670750"/>
            <a:ext cx="32508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H(x) = F(x) + x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y = F(x, W)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F(x) = H(x) - x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∂H(x) = 1 + </a:t>
            </a:r>
            <a:r>
              <a:rPr i="1" lang="en-US" sz="20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∂F(x)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1" name="Google Shape;661;p25"/>
          <p:cNvCxnSpPr/>
          <p:nvPr/>
        </p:nvCxnSpPr>
        <p:spPr>
          <a:xfrm flipH="1" rot="10800000">
            <a:off x="8656675" y="4001425"/>
            <a:ext cx="5892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25"/>
          <p:cNvCxnSpPr/>
          <p:nvPr/>
        </p:nvCxnSpPr>
        <p:spPr>
          <a:xfrm flipH="1" rot="10800000">
            <a:off x="9977350" y="4001425"/>
            <a:ext cx="5892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25"/>
          <p:cNvSpPr txBox="1"/>
          <p:nvPr/>
        </p:nvSpPr>
        <p:spPr>
          <a:xfrm>
            <a:off x="8621875" y="3956675"/>
            <a:ext cx="4935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∂x</a:t>
            </a:r>
            <a:endParaRPr/>
          </a:p>
        </p:txBody>
      </p:sp>
      <p:sp>
        <p:nvSpPr>
          <p:cNvPr id="664" name="Google Shape;664;p25"/>
          <p:cNvSpPr txBox="1"/>
          <p:nvPr/>
        </p:nvSpPr>
        <p:spPr>
          <a:xfrm>
            <a:off x="10002825" y="3956675"/>
            <a:ext cx="4935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∂x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6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Базовый блок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2" name="Google Shape;672;p2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1647346" y="2815212"/>
            <a:ext cx="2367000" cy="1836300"/>
          </a:xfrm>
          <a:prstGeom prst="roundRect">
            <a:avLst>
              <a:gd fmla="val 16667" name="adj"/>
            </a:avLst>
          </a:prstGeom>
          <a:noFill/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75" name="Google Shape;675;p26"/>
          <p:cNvSpPr/>
          <p:nvPr/>
        </p:nvSpPr>
        <p:spPr>
          <a:xfrm>
            <a:off x="4193423" y="2815212"/>
            <a:ext cx="1542600" cy="1836300"/>
          </a:xfrm>
          <a:prstGeom prst="roundRect">
            <a:avLst>
              <a:gd fmla="val 16667" name="adj"/>
            </a:avLst>
          </a:prstGeom>
          <a:noFill/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76" name="Google Shape;676;p26"/>
          <p:cNvSpPr/>
          <p:nvPr/>
        </p:nvSpPr>
        <p:spPr>
          <a:xfrm>
            <a:off x="747675" y="3465030"/>
            <a:ext cx="493500" cy="536400"/>
          </a:xfrm>
          <a:prstGeom prst="ellipse">
            <a:avLst/>
          </a:prstGeom>
          <a:solidFill>
            <a:schemeClr val="lt2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/>
              <a:t>x</a:t>
            </a:r>
            <a:endParaRPr b="1" sz="2157"/>
          </a:p>
        </p:txBody>
      </p:sp>
      <p:sp>
        <p:nvSpPr>
          <p:cNvPr id="677" name="Google Shape;677;p26"/>
          <p:cNvSpPr/>
          <p:nvPr/>
        </p:nvSpPr>
        <p:spPr>
          <a:xfrm>
            <a:off x="6277000" y="3465030"/>
            <a:ext cx="493500" cy="536400"/>
          </a:xfrm>
          <a:prstGeom prst="ellipse">
            <a:avLst/>
          </a:prstGeom>
          <a:solidFill>
            <a:schemeClr val="lt2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/>
              <a:t>+</a:t>
            </a:r>
            <a:endParaRPr b="1" sz="2157"/>
          </a:p>
        </p:txBody>
      </p:sp>
      <p:cxnSp>
        <p:nvCxnSpPr>
          <p:cNvPr id="678" name="Google Shape;678;p26"/>
          <p:cNvCxnSpPr>
            <a:stCxn id="676" idx="6"/>
            <a:endCxn id="674" idx="1"/>
          </p:cNvCxnSpPr>
          <p:nvPr/>
        </p:nvCxnSpPr>
        <p:spPr>
          <a:xfrm>
            <a:off x="1241175" y="3733230"/>
            <a:ext cx="4062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26"/>
          <p:cNvCxnSpPr>
            <a:stCxn id="675" idx="3"/>
            <a:endCxn id="677" idx="2"/>
          </p:cNvCxnSpPr>
          <p:nvPr/>
        </p:nvCxnSpPr>
        <p:spPr>
          <a:xfrm>
            <a:off x="5736023" y="3733362"/>
            <a:ext cx="5409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26"/>
          <p:cNvSpPr/>
          <p:nvPr/>
        </p:nvSpPr>
        <p:spPr>
          <a:xfrm rot="-5400000">
            <a:off x="1266947" y="3522121"/>
            <a:ext cx="1825500" cy="422400"/>
          </a:xfrm>
          <a:prstGeom prst="rect">
            <a:avLst/>
          </a:prstGeom>
          <a:solidFill>
            <a:srgbClr val="D9EAD3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Conv, _1, 3x3</a:t>
            </a:r>
            <a:endParaRPr sz="1119"/>
          </a:p>
        </p:txBody>
      </p:sp>
      <p:sp>
        <p:nvSpPr>
          <p:cNvPr id="681" name="Google Shape;681;p26"/>
          <p:cNvSpPr/>
          <p:nvPr/>
        </p:nvSpPr>
        <p:spPr>
          <a:xfrm>
            <a:off x="2563157" y="2815212"/>
            <a:ext cx="535200" cy="1836300"/>
          </a:xfrm>
          <a:prstGeom prst="rect">
            <a:avLst/>
          </a:prstGeom>
          <a:solidFill>
            <a:srgbClr val="FCE5CD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Batch Norm</a:t>
            </a:r>
            <a:endParaRPr sz="1119"/>
          </a:p>
        </p:txBody>
      </p:sp>
      <p:sp>
        <p:nvSpPr>
          <p:cNvPr id="682" name="Google Shape;682;p26"/>
          <p:cNvSpPr/>
          <p:nvPr/>
        </p:nvSpPr>
        <p:spPr>
          <a:xfrm>
            <a:off x="3217834" y="2815212"/>
            <a:ext cx="535200" cy="1836300"/>
          </a:xfrm>
          <a:prstGeom prst="rect">
            <a:avLst/>
          </a:prstGeom>
          <a:solidFill>
            <a:srgbClr val="D9D2E9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>
                <a:solidFill>
                  <a:schemeClr val="dk1"/>
                </a:solidFill>
              </a:rPr>
              <a:t>ReLU</a:t>
            </a:r>
            <a:endParaRPr sz="1119"/>
          </a:p>
        </p:txBody>
      </p:sp>
      <p:sp>
        <p:nvSpPr>
          <p:cNvPr id="683" name="Google Shape;683;p26"/>
          <p:cNvSpPr/>
          <p:nvPr/>
        </p:nvSpPr>
        <p:spPr>
          <a:xfrm>
            <a:off x="5021450" y="2815212"/>
            <a:ext cx="535200" cy="1836300"/>
          </a:xfrm>
          <a:prstGeom prst="rect">
            <a:avLst/>
          </a:prstGeom>
          <a:solidFill>
            <a:srgbClr val="FCE5CD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>
                <a:solidFill>
                  <a:schemeClr val="dk1"/>
                </a:solidFill>
              </a:rPr>
              <a:t>Batch Norm</a:t>
            </a:r>
            <a:endParaRPr sz="11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84" name="Google Shape;684;p26"/>
          <p:cNvSpPr/>
          <p:nvPr/>
        </p:nvSpPr>
        <p:spPr>
          <a:xfrm>
            <a:off x="7088168" y="2815212"/>
            <a:ext cx="535200" cy="1836300"/>
          </a:xfrm>
          <a:prstGeom prst="rect">
            <a:avLst/>
          </a:prstGeom>
          <a:solidFill>
            <a:srgbClr val="D9D2E9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ReLU</a:t>
            </a:r>
            <a:endParaRPr sz="1119"/>
          </a:p>
        </p:txBody>
      </p:sp>
      <p:cxnSp>
        <p:nvCxnSpPr>
          <p:cNvPr id="685" name="Google Shape;685;p26"/>
          <p:cNvCxnSpPr/>
          <p:nvPr/>
        </p:nvCxnSpPr>
        <p:spPr>
          <a:xfrm>
            <a:off x="7623450" y="3733374"/>
            <a:ext cx="5409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26"/>
          <p:cNvCxnSpPr>
            <a:stCxn id="677" idx="6"/>
            <a:endCxn id="684" idx="1"/>
          </p:cNvCxnSpPr>
          <p:nvPr/>
        </p:nvCxnSpPr>
        <p:spPr>
          <a:xfrm>
            <a:off x="6770500" y="3733230"/>
            <a:ext cx="3177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26"/>
          <p:cNvSpPr/>
          <p:nvPr/>
        </p:nvSpPr>
        <p:spPr>
          <a:xfrm rot="-5400000">
            <a:off x="3800839" y="3522121"/>
            <a:ext cx="1825500" cy="422400"/>
          </a:xfrm>
          <a:prstGeom prst="rect">
            <a:avLst/>
          </a:prstGeom>
          <a:solidFill>
            <a:srgbClr val="D9EAD3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Conv, _2, 3x3</a:t>
            </a:r>
            <a:endParaRPr sz="1119"/>
          </a:p>
        </p:txBody>
      </p:sp>
      <p:cxnSp>
        <p:nvCxnSpPr>
          <p:cNvPr id="688" name="Google Shape;688;p26"/>
          <p:cNvCxnSpPr>
            <a:stCxn id="676" idx="4"/>
          </p:cNvCxnSpPr>
          <p:nvPr/>
        </p:nvCxnSpPr>
        <p:spPr>
          <a:xfrm>
            <a:off x="994425" y="4001430"/>
            <a:ext cx="1800" cy="1269300"/>
          </a:xfrm>
          <a:prstGeom prst="straightConnector1">
            <a:avLst/>
          </a:prstGeom>
          <a:noFill/>
          <a:ln cap="flat" cmpd="sng" w="30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26"/>
          <p:cNvCxnSpPr/>
          <p:nvPr/>
        </p:nvCxnSpPr>
        <p:spPr>
          <a:xfrm flipH="1" rot="10800000">
            <a:off x="996274" y="5261466"/>
            <a:ext cx="5516400" cy="6300"/>
          </a:xfrm>
          <a:prstGeom prst="straightConnector1">
            <a:avLst/>
          </a:prstGeom>
          <a:noFill/>
          <a:ln cap="flat" cmpd="sng" w="30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26"/>
          <p:cNvCxnSpPr>
            <a:endCxn id="677" idx="4"/>
          </p:cNvCxnSpPr>
          <p:nvPr/>
        </p:nvCxnSpPr>
        <p:spPr>
          <a:xfrm flipH="1" rot="10800000">
            <a:off x="6513550" y="4001430"/>
            <a:ext cx="10200" cy="1260000"/>
          </a:xfrm>
          <a:prstGeom prst="straightConnector1">
            <a:avLst/>
          </a:prstGeom>
          <a:noFill/>
          <a:ln cap="flat" cmpd="sng" w="30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26"/>
          <p:cNvSpPr/>
          <p:nvPr/>
        </p:nvSpPr>
        <p:spPr>
          <a:xfrm rot="5400000">
            <a:off x="3500568" y="484307"/>
            <a:ext cx="337800" cy="4094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2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692" name="Google Shape;692;p26"/>
          <p:cNvSpPr txBox="1"/>
          <p:nvPr/>
        </p:nvSpPr>
        <p:spPr>
          <a:xfrm>
            <a:off x="3439636" y="1946875"/>
            <a:ext cx="8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98"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 i="1" sz="15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26"/>
          <p:cNvSpPr txBox="1"/>
          <p:nvPr/>
        </p:nvSpPr>
        <p:spPr>
          <a:xfrm>
            <a:off x="6277000" y="3025590"/>
            <a:ext cx="540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8">
                <a:latin typeface="Times New Roman"/>
                <a:ea typeface="Times New Roman"/>
                <a:cs typeface="Times New Roman"/>
                <a:sym typeface="Times New Roman"/>
              </a:rPr>
              <a:t>H(x)</a:t>
            </a:r>
            <a:endParaRPr i="1" sz="13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26"/>
          <p:cNvSpPr txBox="1"/>
          <p:nvPr/>
        </p:nvSpPr>
        <p:spPr>
          <a:xfrm>
            <a:off x="3574592" y="4864670"/>
            <a:ext cx="540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8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3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26"/>
          <p:cNvSpPr txBox="1"/>
          <p:nvPr/>
        </p:nvSpPr>
        <p:spPr>
          <a:xfrm>
            <a:off x="8575150" y="1670750"/>
            <a:ext cx="32508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H(x) = F(x) + x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y = F(x, W)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F(x) = H(x) - x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latin typeface="Times New Roman"/>
                <a:ea typeface="Times New Roman"/>
                <a:cs typeface="Times New Roman"/>
                <a:sym typeface="Times New Roman"/>
              </a:rPr>
              <a:t>∂H(x) = 1 + </a:t>
            </a:r>
            <a:r>
              <a:rPr i="1" lang="en-US" sz="20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∂F(x)</a:t>
            </a:r>
            <a:endParaRPr i="1" sz="20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6" name="Google Shape;696;p26"/>
          <p:cNvCxnSpPr/>
          <p:nvPr/>
        </p:nvCxnSpPr>
        <p:spPr>
          <a:xfrm flipH="1" rot="10800000">
            <a:off x="8656675" y="4001425"/>
            <a:ext cx="5892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26"/>
          <p:cNvCxnSpPr/>
          <p:nvPr/>
        </p:nvCxnSpPr>
        <p:spPr>
          <a:xfrm flipH="1" rot="10800000">
            <a:off x="9977350" y="4001425"/>
            <a:ext cx="5892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26"/>
          <p:cNvSpPr txBox="1"/>
          <p:nvPr/>
        </p:nvSpPr>
        <p:spPr>
          <a:xfrm>
            <a:off x="8621875" y="3956675"/>
            <a:ext cx="4935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∂x</a:t>
            </a:r>
            <a:endParaRPr/>
          </a:p>
        </p:txBody>
      </p:sp>
      <p:sp>
        <p:nvSpPr>
          <p:cNvPr id="699" name="Google Shape;699;p26"/>
          <p:cNvSpPr txBox="1"/>
          <p:nvPr/>
        </p:nvSpPr>
        <p:spPr>
          <a:xfrm>
            <a:off x="10002825" y="3956675"/>
            <a:ext cx="4935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∂x</a:t>
            </a:r>
            <a:endParaRPr/>
          </a:p>
        </p:txBody>
      </p:sp>
      <p:sp>
        <p:nvSpPr>
          <p:cNvPr id="700" name="Google Shape;700;p26"/>
          <p:cNvSpPr txBox="1"/>
          <p:nvPr/>
        </p:nvSpPr>
        <p:spPr>
          <a:xfrm>
            <a:off x="6986975" y="4864675"/>
            <a:ext cx="493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остаточные сети (residual networks) - ResNet (152 слоя)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7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Базовый блок v2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8" name="Google Shape;708;p2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7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1873625" y="2574900"/>
            <a:ext cx="29622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5060075" y="2574900"/>
            <a:ext cx="28275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7"/>
          <p:cNvSpPr/>
          <p:nvPr/>
        </p:nvSpPr>
        <p:spPr>
          <a:xfrm>
            <a:off x="747675" y="3288300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x</a:t>
            </a:r>
            <a:endParaRPr b="1" sz="2700"/>
          </a:p>
        </p:txBody>
      </p:sp>
      <p:sp>
        <p:nvSpPr>
          <p:cNvPr id="713" name="Google Shape;713;p27"/>
          <p:cNvSpPr/>
          <p:nvPr/>
        </p:nvSpPr>
        <p:spPr>
          <a:xfrm>
            <a:off x="8458600" y="3288300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+</a:t>
            </a:r>
            <a:endParaRPr b="1" sz="2700"/>
          </a:p>
        </p:txBody>
      </p:sp>
      <p:cxnSp>
        <p:nvCxnSpPr>
          <p:cNvPr id="714" name="Google Shape;714;p27"/>
          <p:cNvCxnSpPr>
            <a:stCxn id="712" idx="6"/>
            <a:endCxn id="710" idx="1"/>
          </p:cNvCxnSpPr>
          <p:nvPr/>
        </p:nvCxnSpPr>
        <p:spPr>
          <a:xfrm>
            <a:off x="1365375" y="3582900"/>
            <a:ext cx="5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5" name="Google Shape;715;p27"/>
          <p:cNvSpPr/>
          <p:nvPr/>
        </p:nvSpPr>
        <p:spPr>
          <a:xfrm rot="-5400000">
            <a:off x="1537850" y="3318600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_1, 3x3</a:t>
            </a:r>
            <a:endParaRPr/>
          </a:p>
        </p:txBody>
      </p:sp>
      <p:sp>
        <p:nvSpPr>
          <p:cNvPr id="716" name="Google Shape;716;p27"/>
          <p:cNvSpPr/>
          <p:nvPr/>
        </p:nvSpPr>
        <p:spPr>
          <a:xfrm>
            <a:off x="3019775" y="2574900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Norm</a:t>
            </a:r>
            <a:endParaRPr/>
          </a:p>
        </p:txBody>
      </p:sp>
      <p:sp>
        <p:nvSpPr>
          <p:cNvPr id="717" name="Google Shape;717;p27"/>
          <p:cNvSpPr/>
          <p:nvPr/>
        </p:nvSpPr>
        <p:spPr>
          <a:xfrm>
            <a:off x="3839113" y="25749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ReLU</a:t>
            </a:r>
            <a:endParaRPr/>
          </a:p>
        </p:txBody>
      </p:sp>
      <p:sp>
        <p:nvSpPr>
          <p:cNvPr id="718" name="Google Shape;718;p27"/>
          <p:cNvSpPr/>
          <p:nvPr/>
        </p:nvSpPr>
        <p:spPr>
          <a:xfrm>
            <a:off x="6096363" y="2574900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Batch Norm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7"/>
          <p:cNvSpPr/>
          <p:nvPr/>
        </p:nvSpPr>
        <p:spPr>
          <a:xfrm>
            <a:off x="6882025" y="25749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ReLU</a:t>
            </a:r>
            <a:endParaRPr/>
          </a:p>
        </p:txBody>
      </p:sp>
      <p:cxnSp>
        <p:nvCxnSpPr>
          <p:cNvPr id="720" name="Google Shape;720;p27"/>
          <p:cNvCxnSpPr>
            <a:stCxn id="711" idx="3"/>
            <a:endCxn id="713" idx="2"/>
          </p:cNvCxnSpPr>
          <p:nvPr/>
        </p:nvCxnSpPr>
        <p:spPr>
          <a:xfrm>
            <a:off x="7887575" y="3582900"/>
            <a:ext cx="57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1" name="Google Shape;721;p27"/>
          <p:cNvSpPr/>
          <p:nvPr/>
        </p:nvSpPr>
        <p:spPr>
          <a:xfrm rot="-5400000">
            <a:off x="4709050" y="3318600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_2, 3x3</a:t>
            </a:r>
            <a:endParaRPr/>
          </a:p>
        </p:txBody>
      </p:sp>
      <p:cxnSp>
        <p:nvCxnSpPr>
          <p:cNvPr id="722" name="Google Shape;722;p27"/>
          <p:cNvCxnSpPr>
            <a:stCxn id="712" idx="4"/>
          </p:cNvCxnSpPr>
          <p:nvPr/>
        </p:nvCxnSpPr>
        <p:spPr>
          <a:xfrm>
            <a:off x="1056525" y="3877500"/>
            <a:ext cx="2400" cy="139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27"/>
          <p:cNvCxnSpPr/>
          <p:nvPr/>
        </p:nvCxnSpPr>
        <p:spPr>
          <a:xfrm flipH="1" rot="10800000">
            <a:off x="1058800" y="5266225"/>
            <a:ext cx="76869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27"/>
          <p:cNvCxnSpPr>
            <a:endCxn id="713" idx="4"/>
          </p:cNvCxnSpPr>
          <p:nvPr/>
        </p:nvCxnSpPr>
        <p:spPr>
          <a:xfrm flipH="1" rot="10800000">
            <a:off x="8754850" y="3877500"/>
            <a:ext cx="12600" cy="138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27"/>
          <p:cNvSpPr/>
          <p:nvPr/>
        </p:nvSpPr>
        <p:spPr>
          <a:xfrm rot="5400000">
            <a:off x="4695025" y="-774825"/>
            <a:ext cx="371100" cy="6077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7"/>
          <p:cNvSpPr txBox="1"/>
          <p:nvPr/>
        </p:nvSpPr>
        <p:spPr>
          <a:xfrm>
            <a:off x="4667725" y="1585575"/>
            <a:ext cx="10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27"/>
          <p:cNvSpPr txBox="1"/>
          <p:nvPr/>
        </p:nvSpPr>
        <p:spPr>
          <a:xfrm>
            <a:off x="8422600" y="2790113"/>
            <a:ext cx="6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H(x)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27"/>
          <p:cNvSpPr txBox="1"/>
          <p:nvPr/>
        </p:nvSpPr>
        <p:spPr>
          <a:xfrm>
            <a:off x="4285600" y="4824888"/>
            <a:ext cx="6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8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Bottleneck Block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6" name="Google Shape;736;p2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8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/>
          <p:nvPr/>
        </p:nvSpPr>
        <p:spPr>
          <a:xfrm>
            <a:off x="1873625" y="2574900"/>
            <a:ext cx="29622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8"/>
          <p:cNvSpPr/>
          <p:nvPr/>
        </p:nvSpPr>
        <p:spPr>
          <a:xfrm>
            <a:off x="5060075" y="2574900"/>
            <a:ext cx="28275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8"/>
          <p:cNvSpPr/>
          <p:nvPr/>
        </p:nvSpPr>
        <p:spPr>
          <a:xfrm>
            <a:off x="747675" y="3288300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x</a:t>
            </a:r>
            <a:endParaRPr b="1" sz="2700"/>
          </a:p>
        </p:txBody>
      </p:sp>
      <p:cxnSp>
        <p:nvCxnSpPr>
          <p:cNvPr id="741" name="Google Shape;741;p28"/>
          <p:cNvCxnSpPr>
            <a:stCxn id="740" idx="6"/>
            <a:endCxn id="738" idx="1"/>
          </p:cNvCxnSpPr>
          <p:nvPr/>
        </p:nvCxnSpPr>
        <p:spPr>
          <a:xfrm>
            <a:off x="1365375" y="3582900"/>
            <a:ext cx="5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2" name="Google Shape;742;p28"/>
          <p:cNvSpPr/>
          <p:nvPr/>
        </p:nvSpPr>
        <p:spPr>
          <a:xfrm rot="-5400000">
            <a:off x="1537850" y="3318600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_1, 3x3</a:t>
            </a:r>
            <a:endParaRPr/>
          </a:p>
        </p:txBody>
      </p:sp>
      <p:sp>
        <p:nvSpPr>
          <p:cNvPr id="743" name="Google Shape;743;p28"/>
          <p:cNvSpPr/>
          <p:nvPr/>
        </p:nvSpPr>
        <p:spPr>
          <a:xfrm>
            <a:off x="3019775" y="2574900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Norm</a:t>
            </a:r>
            <a:endParaRPr/>
          </a:p>
        </p:txBody>
      </p:sp>
      <p:sp>
        <p:nvSpPr>
          <p:cNvPr id="744" name="Google Shape;744;p28"/>
          <p:cNvSpPr/>
          <p:nvPr/>
        </p:nvSpPr>
        <p:spPr>
          <a:xfrm>
            <a:off x="3839113" y="25749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ReLU</a:t>
            </a:r>
            <a:endParaRPr/>
          </a:p>
        </p:txBody>
      </p:sp>
      <p:sp>
        <p:nvSpPr>
          <p:cNvPr id="745" name="Google Shape;745;p28"/>
          <p:cNvSpPr/>
          <p:nvPr/>
        </p:nvSpPr>
        <p:spPr>
          <a:xfrm>
            <a:off x="6096363" y="2574900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Batch Norm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8"/>
          <p:cNvSpPr/>
          <p:nvPr/>
        </p:nvSpPr>
        <p:spPr>
          <a:xfrm>
            <a:off x="6882025" y="25749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ReLU</a:t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 rot="-5400000">
            <a:off x="4709050" y="3318600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_2, 3x3</a:t>
            </a:r>
            <a:endParaRPr/>
          </a:p>
        </p:txBody>
      </p:sp>
      <p:cxnSp>
        <p:nvCxnSpPr>
          <p:cNvPr id="748" name="Google Shape;748;p28"/>
          <p:cNvCxnSpPr>
            <a:stCxn id="740" idx="4"/>
          </p:cNvCxnSpPr>
          <p:nvPr/>
        </p:nvCxnSpPr>
        <p:spPr>
          <a:xfrm>
            <a:off x="1056525" y="3877500"/>
            <a:ext cx="2400" cy="139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28"/>
          <p:cNvCxnSpPr/>
          <p:nvPr/>
        </p:nvCxnSpPr>
        <p:spPr>
          <a:xfrm flipH="1" rot="10800000">
            <a:off x="1058800" y="5266225"/>
            <a:ext cx="92769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28"/>
          <p:cNvCxnSpPr>
            <a:endCxn id="751" idx="4"/>
          </p:cNvCxnSpPr>
          <p:nvPr/>
        </p:nvCxnSpPr>
        <p:spPr>
          <a:xfrm flipH="1" rot="10800000">
            <a:off x="10353050" y="3877500"/>
            <a:ext cx="12600" cy="138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2" name="Google Shape;752;p28"/>
          <p:cNvSpPr/>
          <p:nvPr/>
        </p:nvSpPr>
        <p:spPr>
          <a:xfrm rot="5400000">
            <a:off x="4695025" y="-774825"/>
            <a:ext cx="371100" cy="6077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8"/>
          <p:cNvSpPr txBox="1"/>
          <p:nvPr/>
        </p:nvSpPr>
        <p:spPr>
          <a:xfrm>
            <a:off x="4667725" y="1585575"/>
            <a:ext cx="10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28"/>
          <p:cNvSpPr txBox="1"/>
          <p:nvPr/>
        </p:nvSpPr>
        <p:spPr>
          <a:xfrm>
            <a:off x="4285600" y="4824888"/>
            <a:ext cx="6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10938525" y="2574800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ReLU</a:t>
            </a:r>
            <a:endParaRPr/>
          </a:p>
        </p:txBody>
      </p:sp>
      <p:sp>
        <p:nvSpPr>
          <p:cNvPr id="756" name="Google Shape;756;p28"/>
          <p:cNvSpPr/>
          <p:nvPr/>
        </p:nvSpPr>
        <p:spPr>
          <a:xfrm>
            <a:off x="8026825" y="2580900"/>
            <a:ext cx="1715400" cy="2004000"/>
          </a:xfrm>
          <a:prstGeom prst="roundRect">
            <a:avLst>
              <a:gd fmla="val 16667" name="adj"/>
            </a:avLst>
          </a:prstGeom>
          <a:noFill/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cxnSp>
        <p:nvCxnSpPr>
          <p:cNvPr id="757" name="Google Shape;757;p28"/>
          <p:cNvCxnSpPr>
            <a:stCxn id="756" idx="3"/>
            <a:endCxn id="755" idx="1"/>
          </p:cNvCxnSpPr>
          <p:nvPr/>
        </p:nvCxnSpPr>
        <p:spPr>
          <a:xfrm>
            <a:off x="9742225" y="3582900"/>
            <a:ext cx="11964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8" name="Google Shape;758;p28"/>
          <p:cNvSpPr/>
          <p:nvPr/>
        </p:nvSpPr>
        <p:spPr>
          <a:xfrm>
            <a:off x="8947622" y="2580900"/>
            <a:ext cx="595200" cy="2004000"/>
          </a:xfrm>
          <a:prstGeom prst="rect">
            <a:avLst/>
          </a:prstGeom>
          <a:solidFill>
            <a:srgbClr val="FCE5CD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>
                <a:solidFill>
                  <a:schemeClr val="dk1"/>
                </a:solidFill>
              </a:rPr>
              <a:t>Batch Norm</a:t>
            </a:r>
            <a:endParaRPr sz="11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759" name="Google Shape;759;p28"/>
          <p:cNvSpPr/>
          <p:nvPr/>
        </p:nvSpPr>
        <p:spPr>
          <a:xfrm rot="-5400000">
            <a:off x="7609006" y="3348062"/>
            <a:ext cx="1992300" cy="469500"/>
          </a:xfrm>
          <a:prstGeom prst="rect">
            <a:avLst/>
          </a:prstGeom>
          <a:solidFill>
            <a:srgbClr val="D9EAD3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Conv, _2, 3x3</a:t>
            </a:r>
            <a:endParaRPr sz="1119"/>
          </a:p>
        </p:txBody>
      </p:sp>
      <p:sp>
        <p:nvSpPr>
          <p:cNvPr id="751" name="Google Shape;751;p28"/>
          <p:cNvSpPr/>
          <p:nvPr/>
        </p:nvSpPr>
        <p:spPr>
          <a:xfrm>
            <a:off x="10056800" y="3288300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+</a:t>
            </a:r>
            <a:endParaRPr b="1" sz="2700"/>
          </a:p>
        </p:txBody>
      </p:sp>
      <p:sp>
        <p:nvSpPr>
          <p:cNvPr id="760" name="Google Shape;760;p28"/>
          <p:cNvSpPr txBox="1"/>
          <p:nvPr/>
        </p:nvSpPr>
        <p:spPr>
          <a:xfrm>
            <a:off x="10058500" y="2795700"/>
            <a:ext cx="10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(x)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9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9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Bottleneck Block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8" name="Google Shape;768;p2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9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1873625" y="2260875"/>
            <a:ext cx="29622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9"/>
          <p:cNvSpPr/>
          <p:nvPr/>
        </p:nvSpPr>
        <p:spPr>
          <a:xfrm>
            <a:off x="5060075" y="2260875"/>
            <a:ext cx="2827500" cy="201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9"/>
          <p:cNvSpPr/>
          <p:nvPr/>
        </p:nvSpPr>
        <p:spPr>
          <a:xfrm>
            <a:off x="747675" y="2974275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x</a:t>
            </a:r>
            <a:endParaRPr b="1" sz="2700"/>
          </a:p>
        </p:txBody>
      </p:sp>
      <p:cxnSp>
        <p:nvCxnSpPr>
          <p:cNvPr id="773" name="Google Shape;773;p29"/>
          <p:cNvCxnSpPr>
            <a:stCxn id="772" idx="6"/>
            <a:endCxn id="770" idx="1"/>
          </p:cNvCxnSpPr>
          <p:nvPr/>
        </p:nvCxnSpPr>
        <p:spPr>
          <a:xfrm>
            <a:off x="1365375" y="3268875"/>
            <a:ext cx="5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4" name="Google Shape;774;p29"/>
          <p:cNvSpPr/>
          <p:nvPr/>
        </p:nvSpPr>
        <p:spPr>
          <a:xfrm rot="-5400000">
            <a:off x="1537850" y="3004575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_1, 3x3</a:t>
            </a:r>
            <a:endParaRPr/>
          </a:p>
        </p:txBody>
      </p:sp>
      <p:sp>
        <p:nvSpPr>
          <p:cNvPr id="775" name="Google Shape;775;p29"/>
          <p:cNvSpPr/>
          <p:nvPr/>
        </p:nvSpPr>
        <p:spPr>
          <a:xfrm>
            <a:off x="3019775" y="2260875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Norm</a:t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3839113" y="2260875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ReLU</a:t>
            </a:r>
            <a:endParaRPr/>
          </a:p>
        </p:txBody>
      </p:sp>
      <p:sp>
        <p:nvSpPr>
          <p:cNvPr id="777" name="Google Shape;777;p29"/>
          <p:cNvSpPr/>
          <p:nvPr/>
        </p:nvSpPr>
        <p:spPr>
          <a:xfrm>
            <a:off x="6096363" y="2260875"/>
            <a:ext cx="669900" cy="2016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Batch Norm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9"/>
          <p:cNvSpPr/>
          <p:nvPr/>
        </p:nvSpPr>
        <p:spPr>
          <a:xfrm>
            <a:off x="6882025" y="2260875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ReLU</a:t>
            </a:r>
            <a:endParaRPr/>
          </a:p>
        </p:txBody>
      </p:sp>
      <p:sp>
        <p:nvSpPr>
          <p:cNvPr id="779" name="Google Shape;779;p29"/>
          <p:cNvSpPr/>
          <p:nvPr/>
        </p:nvSpPr>
        <p:spPr>
          <a:xfrm rot="-5400000">
            <a:off x="4709050" y="3004575"/>
            <a:ext cx="2004000" cy="52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Conv, _2, 3x3</a:t>
            </a:r>
            <a:endParaRPr/>
          </a:p>
        </p:txBody>
      </p:sp>
      <p:cxnSp>
        <p:nvCxnSpPr>
          <p:cNvPr id="780" name="Google Shape;780;p29"/>
          <p:cNvCxnSpPr>
            <a:stCxn id="772" idx="4"/>
          </p:cNvCxnSpPr>
          <p:nvPr/>
        </p:nvCxnSpPr>
        <p:spPr>
          <a:xfrm>
            <a:off x="1056525" y="3563475"/>
            <a:ext cx="2400" cy="139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29"/>
          <p:cNvCxnSpPr/>
          <p:nvPr/>
        </p:nvCxnSpPr>
        <p:spPr>
          <a:xfrm flipH="1" rot="10800000">
            <a:off x="1058800" y="4952200"/>
            <a:ext cx="92769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29"/>
          <p:cNvCxnSpPr>
            <a:endCxn id="783" idx="4"/>
          </p:cNvCxnSpPr>
          <p:nvPr/>
        </p:nvCxnSpPr>
        <p:spPr>
          <a:xfrm flipH="1" rot="10800000">
            <a:off x="10353050" y="3563475"/>
            <a:ext cx="12600" cy="138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4" name="Google Shape;784;p29"/>
          <p:cNvSpPr/>
          <p:nvPr/>
        </p:nvSpPr>
        <p:spPr>
          <a:xfrm rot="5400000">
            <a:off x="4695025" y="-1088850"/>
            <a:ext cx="371100" cy="6077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9"/>
          <p:cNvSpPr txBox="1"/>
          <p:nvPr/>
        </p:nvSpPr>
        <p:spPr>
          <a:xfrm>
            <a:off x="4667725" y="1271550"/>
            <a:ext cx="10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29"/>
          <p:cNvSpPr txBox="1"/>
          <p:nvPr/>
        </p:nvSpPr>
        <p:spPr>
          <a:xfrm>
            <a:off x="4285600" y="4510863"/>
            <a:ext cx="6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10938525" y="2260775"/>
            <a:ext cx="669900" cy="2016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ReLU</a:t>
            </a:r>
            <a:endParaRPr/>
          </a:p>
        </p:txBody>
      </p:sp>
      <p:sp>
        <p:nvSpPr>
          <p:cNvPr id="788" name="Google Shape;788;p29"/>
          <p:cNvSpPr/>
          <p:nvPr/>
        </p:nvSpPr>
        <p:spPr>
          <a:xfrm>
            <a:off x="8026825" y="2266875"/>
            <a:ext cx="1715400" cy="2004000"/>
          </a:xfrm>
          <a:prstGeom prst="roundRect">
            <a:avLst>
              <a:gd fmla="val 16667" name="adj"/>
            </a:avLst>
          </a:prstGeom>
          <a:noFill/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cxnSp>
        <p:nvCxnSpPr>
          <p:cNvPr id="789" name="Google Shape;789;p29"/>
          <p:cNvCxnSpPr>
            <a:stCxn id="788" idx="3"/>
            <a:endCxn id="787" idx="1"/>
          </p:cNvCxnSpPr>
          <p:nvPr/>
        </p:nvCxnSpPr>
        <p:spPr>
          <a:xfrm>
            <a:off x="9742225" y="3268875"/>
            <a:ext cx="1196400" cy="0"/>
          </a:xfrm>
          <a:prstGeom prst="straightConnector1">
            <a:avLst/>
          </a:prstGeom>
          <a:noFill/>
          <a:ln cap="flat" cmpd="sng" w="7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0" name="Google Shape;790;p29"/>
          <p:cNvSpPr/>
          <p:nvPr/>
        </p:nvSpPr>
        <p:spPr>
          <a:xfrm>
            <a:off x="8947622" y="2266875"/>
            <a:ext cx="595200" cy="2004000"/>
          </a:xfrm>
          <a:prstGeom prst="rect">
            <a:avLst/>
          </a:prstGeom>
          <a:solidFill>
            <a:srgbClr val="FCE5CD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>
                <a:solidFill>
                  <a:schemeClr val="dk1"/>
                </a:solidFill>
              </a:rPr>
              <a:t>Batch Norm</a:t>
            </a:r>
            <a:endParaRPr sz="11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9"/>
          </a:p>
        </p:txBody>
      </p:sp>
      <p:sp>
        <p:nvSpPr>
          <p:cNvPr id="791" name="Google Shape;791;p29"/>
          <p:cNvSpPr/>
          <p:nvPr/>
        </p:nvSpPr>
        <p:spPr>
          <a:xfrm rot="-5400000">
            <a:off x="7609006" y="3034037"/>
            <a:ext cx="1992300" cy="469500"/>
          </a:xfrm>
          <a:prstGeom prst="rect">
            <a:avLst/>
          </a:prstGeom>
          <a:solidFill>
            <a:srgbClr val="D9EAD3"/>
          </a:solidFill>
          <a:ln cap="flat" cmpd="sng" w="7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9"/>
              <a:t>Conv, _2, 3x3</a:t>
            </a:r>
            <a:endParaRPr sz="1119"/>
          </a:p>
        </p:txBody>
      </p:sp>
      <p:sp>
        <p:nvSpPr>
          <p:cNvPr id="783" name="Google Shape;783;p29"/>
          <p:cNvSpPr/>
          <p:nvPr/>
        </p:nvSpPr>
        <p:spPr>
          <a:xfrm>
            <a:off x="10056800" y="2974275"/>
            <a:ext cx="617700" cy="58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+</a:t>
            </a:r>
            <a:endParaRPr b="1" sz="2700"/>
          </a:p>
        </p:txBody>
      </p:sp>
      <p:sp>
        <p:nvSpPr>
          <p:cNvPr id="792" name="Google Shape;792;p29"/>
          <p:cNvSpPr txBox="1"/>
          <p:nvPr/>
        </p:nvSpPr>
        <p:spPr>
          <a:xfrm>
            <a:off x="10058500" y="2481675"/>
            <a:ext cx="10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H(x)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29"/>
          <p:cNvSpPr txBox="1"/>
          <p:nvPr/>
        </p:nvSpPr>
        <p:spPr>
          <a:xfrm>
            <a:off x="747675" y="5328150"/>
            <a:ext cx="404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1-й слой: 1 * 1 * 128 * 64 = 8192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2-й слой: 1 * 1 * 64 * 64 = 36864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3-й слой: 1 * 1 * 64 * 128 = 8192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29"/>
          <p:cNvSpPr txBox="1"/>
          <p:nvPr/>
        </p:nvSpPr>
        <p:spPr>
          <a:xfrm>
            <a:off x="5809125" y="5328150"/>
            <a:ext cx="467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итого: 8192+36864+8192 = 53248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 * 3 * 128 * 128 = 147456</a:t>
            </a:r>
            <a:endParaRPr sz="20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0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Общая архитектура сетей ResNet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2" name="Google Shape;802;p3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4" name="Google Shape;804;p30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05" name="Google Shape;805;p30"/>
          <p:cNvGraphicFramePr/>
          <p:nvPr/>
        </p:nvGraphicFramePr>
        <p:xfrm>
          <a:off x="5264888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265325"/>
                <a:gridCol w="126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BasicBlock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resnet18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resnet34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06" name="Google Shape;806;p30"/>
          <p:cNvGraphicFramePr/>
          <p:nvPr/>
        </p:nvGraphicFramePr>
        <p:xfrm>
          <a:off x="8472313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265325"/>
                <a:gridCol w="126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BasicBlock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resnet50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resnet101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1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</a:t>
            </a: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4" name="Google Shape;814;p3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1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6" name="Google Shape;816;p31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17" name="Google Shape;817;p31"/>
          <p:cNvSpPr/>
          <p:nvPr/>
        </p:nvSpPr>
        <p:spPr>
          <a:xfrm>
            <a:off x="4206250" y="3385225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4939025" y="1714500"/>
            <a:ext cx="5842800" cy="448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9" name="Google Shape;819;p31"/>
          <p:cNvGraphicFramePr/>
          <p:nvPr/>
        </p:nvGraphicFramePr>
        <p:xfrm>
          <a:off x="7326975" y="243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Conv2d: 64, 3x3, s=1, p=1, b=False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64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Conv2d: 64, 3x3, s=1, p=1, b=False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64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0" name="Google Shape;820;p31"/>
          <p:cNvGraphicFramePr/>
          <p:nvPr/>
        </p:nvGraphicFramePr>
        <p:xfrm>
          <a:off x="7368850" y="508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821" name="Google Shape;821;p31"/>
          <p:cNvSpPr/>
          <p:nvPr/>
        </p:nvSpPr>
        <p:spPr>
          <a:xfrm>
            <a:off x="8681300" y="4503038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822" name="Google Shape;822;p31"/>
          <p:cNvSpPr txBox="1"/>
          <p:nvPr/>
        </p:nvSpPr>
        <p:spPr>
          <a:xfrm>
            <a:off x="5149775" y="19238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L1_ 1</a:t>
            </a:r>
            <a:endParaRPr b="1" sz="1600"/>
          </a:p>
        </p:txBody>
      </p:sp>
      <p:sp>
        <p:nvSpPr>
          <p:cNvPr id="823" name="Google Shape;823;p31"/>
          <p:cNvSpPr txBox="1"/>
          <p:nvPr/>
        </p:nvSpPr>
        <p:spPr>
          <a:xfrm>
            <a:off x="8241625" y="19238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(64, H, W)</a:t>
            </a:r>
            <a:endParaRPr b="1" sz="1600"/>
          </a:p>
        </p:txBody>
      </p:sp>
      <p:sp>
        <p:nvSpPr>
          <p:cNvPr id="824" name="Google Shape;824;p31"/>
          <p:cNvSpPr txBox="1"/>
          <p:nvPr/>
        </p:nvSpPr>
        <p:spPr>
          <a:xfrm>
            <a:off x="8440500" y="55634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(64, H, W)</a:t>
            </a:r>
            <a:endParaRPr b="1" sz="1600"/>
          </a:p>
        </p:txBody>
      </p:sp>
      <p:cxnSp>
        <p:nvCxnSpPr>
          <p:cNvPr id="825" name="Google Shape;825;p31"/>
          <p:cNvCxnSpPr>
            <a:stCxn id="823" idx="1"/>
          </p:cNvCxnSpPr>
          <p:nvPr/>
        </p:nvCxnSpPr>
        <p:spPr>
          <a:xfrm flipH="1">
            <a:off x="6859225" y="2139400"/>
            <a:ext cx="13824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31"/>
          <p:cNvCxnSpPr/>
          <p:nvPr/>
        </p:nvCxnSpPr>
        <p:spPr>
          <a:xfrm>
            <a:off x="6867500" y="2139450"/>
            <a:ext cx="16800" cy="25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31"/>
          <p:cNvCxnSpPr>
            <a:endCxn id="821" idx="2"/>
          </p:cNvCxnSpPr>
          <p:nvPr/>
        </p:nvCxnSpPr>
        <p:spPr>
          <a:xfrm>
            <a:off x="6873200" y="4739888"/>
            <a:ext cx="1808100" cy="1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35" name="Google Shape;835;p3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2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7" name="Google Shape;837;p32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38" name="Google Shape;838;p32"/>
          <p:cNvSpPr/>
          <p:nvPr/>
        </p:nvSpPr>
        <p:spPr>
          <a:xfrm>
            <a:off x="4227188" y="3795300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2"/>
          <p:cNvSpPr/>
          <p:nvPr/>
        </p:nvSpPr>
        <p:spPr>
          <a:xfrm>
            <a:off x="4939025" y="1714500"/>
            <a:ext cx="5842800" cy="448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40" name="Google Shape;840;p32"/>
          <p:cNvGraphicFramePr/>
          <p:nvPr/>
        </p:nvGraphicFramePr>
        <p:xfrm>
          <a:off x="7326975" y="243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128, 3x3, s=2,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128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128, 3x3, s=1,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128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1" name="Google Shape;841;p32"/>
          <p:cNvGraphicFramePr/>
          <p:nvPr/>
        </p:nvGraphicFramePr>
        <p:xfrm>
          <a:off x="7368850" y="508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842" name="Google Shape;842;p32"/>
          <p:cNvSpPr/>
          <p:nvPr/>
        </p:nvSpPr>
        <p:spPr>
          <a:xfrm>
            <a:off x="8681300" y="4503038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843" name="Google Shape;843;p32"/>
          <p:cNvSpPr txBox="1"/>
          <p:nvPr/>
        </p:nvSpPr>
        <p:spPr>
          <a:xfrm>
            <a:off x="5149775" y="19238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L2_ 1</a:t>
            </a:r>
            <a:endParaRPr b="1" sz="1600"/>
          </a:p>
        </p:txBody>
      </p:sp>
      <p:sp>
        <p:nvSpPr>
          <p:cNvPr id="844" name="Google Shape;844;p32"/>
          <p:cNvSpPr txBox="1"/>
          <p:nvPr/>
        </p:nvSpPr>
        <p:spPr>
          <a:xfrm>
            <a:off x="8241625" y="1923850"/>
            <a:ext cx="18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(128, H/2, W/2)</a:t>
            </a:r>
            <a:endParaRPr b="1" sz="1600"/>
          </a:p>
        </p:txBody>
      </p:sp>
      <p:sp>
        <p:nvSpPr>
          <p:cNvPr id="845" name="Google Shape;845;p32"/>
          <p:cNvSpPr txBox="1"/>
          <p:nvPr/>
        </p:nvSpPr>
        <p:spPr>
          <a:xfrm>
            <a:off x="8440500" y="5563450"/>
            <a:ext cx="16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(128, H/2, W/2)</a:t>
            </a:r>
            <a:endParaRPr b="1" sz="1600"/>
          </a:p>
        </p:txBody>
      </p:sp>
      <p:cxnSp>
        <p:nvCxnSpPr>
          <p:cNvPr id="846" name="Google Shape;846;p32"/>
          <p:cNvCxnSpPr>
            <a:stCxn id="844" idx="1"/>
          </p:cNvCxnSpPr>
          <p:nvPr/>
        </p:nvCxnSpPr>
        <p:spPr>
          <a:xfrm flipH="1">
            <a:off x="6859225" y="2139400"/>
            <a:ext cx="13824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32"/>
          <p:cNvCxnSpPr/>
          <p:nvPr/>
        </p:nvCxnSpPr>
        <p:spPr>
          <a:xfrm>
            <a:off x="6867500" y="2139450"/>
            <a:ext cx="16800" cy="25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32"/>
          <p:cNvCxnSpPr>
            <a:endCxn id="842" idx="2"/>
          </p:cNvCxnSpPr>
          <p:nvPr/>
        </p:nvCxnSpPr>
        <p:spPr>
          <a:xfrm>
            <a:off x="6873200" y="4739888"/>
            <a:ext cx="1808100" cy="1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49" name="Google Shape;849;p32"/>
          <p:cNvGraphicFramePr/>
          <p:nvPr/>
        </p:nvGraphicFramePr>
        <p:xfrm>
          <a:off x="5393250" y="315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808100"/>
              </a:tblGrid>
              <a:tr h="61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Conv2d: 128, 1x1, s=2, p=0, b=False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BatchNorm: 128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3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3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7" name="Google Shape;857;p33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9" name="Google Shape;859;p33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60" name="Google Shape;860;p33"/>
          <p:cNvSpPr/>
          <p:nvPr/>
        </p:nvSpPr>
        <p:spPr>
          <a:xfrm>
            <a:off x="4227188" y="4337725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3"/>
          <p:cNvSpPr/>
          <p:nvPr/>
        </p:nvSpPr>
        <p:spPr>
          <a:xfrm>
            <a:off x="4939025" y="1714500"/>
            <a:ext cx="5842800" cy="448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62" name="Google Shape;862;p33"/>
          <p:cNvGraphicFramePr/>
          <p:nvPr/>
        </p:nvGraphicFramePr>
        <p:xfrm>
          <a:off x="7316500" y="235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59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256, 3x3, s=2,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256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256, 3x3, s=1,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256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3" name="Google Shape;863;p33"/>
          <p:cNvGraphicFramePr/>
          <p:nvPr/>
        </p:nvGraphicFramePr>
        <p:xfrm>
          <a:off x="7345175" y="519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864" name="Google Shape;864;p33"/>
          <p:cNvSpPr/>
          <p:nvPr/>
        </p:nvSpPr>
        <p:spPr>
          <a:xfrm>
            <a:off x="8657625" y="4657813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865" name="Google Shape;865;p33"/>
          <p:cNvSpPr txBox="1"/>
          <p:nvPr/>
        </p:nvSpPr>
        <p:spPr>
          <a:xfrm>
            <a:off x="5149775" y="19238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L3_ 1</a:t>
            </a:r>
            <a:endParaRPr b="1" sz="1600"/>
          </a:p>
        </p:txBody>
      </p:sp>
      <p:sp>
        <p:nvSpPr>
          <p:cNvPr id="866" name="Google Shape;866;p33"/>
          <p:cNvSpPr txBox="1"/>
          <p:nvPr/>
        </p:nvSpPr>
        <p:spPr>
          <a:xfrm>
            <a:off x="8241625" y="1923850"/>
            <a:ext cx="164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(128, H/2, W/2)</a:t>
            </a:r>
            <a:endParaRPr b="1" sz="1600"/>
          </a:p>
        </p:txBody>
      </p:sp>
      <p:sp>
        <p:nvSpPr>
          <p:cNvPr id="867" name="Google Shape;867;p33"/>
          <p:cNvSpPr txBox="1"/>
          <p:nvPr/>
        </p:nvSpPr>
        <p:spPr>
          <a:xfrm>
            <a:off x="8017750" y="5563450"/>
            <a:ext cx="196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(256, H/4, W/4)</a:t>
            </a:r>
            <a:endParaRPr b="1" sz="1600"/>
          </a:p>
        </p:txBody>
      </p:sp>
      <p:cxnSp>
        <p:nvCxnSpPr>
          <p:cNvPr id="868" name="Google Shape;868;p33"/>
          <p:cNvCxnSpPr>
            <a:stCxn id="866" idx="1"/>
          </p:cNvCxnSpPr>
          <p:nvPr/>
        </p:nvCxnSpPr>
        <p:spPr>
          <a:xfrm flipH="1">
            <a:off x="6859225" y="2139400"/>
            <a:ext cx="13824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33"/>
          <p:cNvCxnSpPr/>
          <p:nvPr/>
        </p:nvCxnSpPr>
        <p:spPr>
          <a:xfrm>
            <a:off x="6867500" y="2139450"/>
            <a:ext cx="12900" cy="275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33"/>
          <p:cNvCxnSpPr>
            <a:endCxn id="864" idx="2"/>
          </p:cNvCxnSpPr>
          <p:nvPr/>
        </p:nvCxnSpPr>
        <p:spPr>
          <a:xfrm>
            <a:off x="6849525" y="4894663"/>
            <a:ext cx="1808100" cy="1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71" name="Google Shape;871;p33"/>
          <p:cNvGraphicFramePr/>
          <p:nvPr/>
        </p:nvGraphicFramePr>
        <p:xfrm>
          <a:off x="5393250" y="315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808100"/>
              </a:tblGrid>
              <a:tr h="61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Conv2d: 256, 1x1, s=2, p=0, b=False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BatchNorm: 256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4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4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9" name="Google Shape;879;p34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1" name="Google Shape;881;p34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82" name="Google Shape;882;p34"/>
          <p:cNvSpPr/>
          <p:nvPr/>
        </p:nvSpPr>
        <p:spPr>
          <a:xfrm>
            <a:off x="4206238" y="4834825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/>
          <p:nvPr/>
        </p:nvSpPr>
        <p:spPr>
          <a:xfrm>
            <a:off x="4939025" y="1714500"/>
            <a:ext cx="5842800" cy="448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4" name="Google Shape;884;p34"/>
          <p:cNvGraphicFramePr/>
          <p:nvPr/>
        </p:nvGraphicFramePr>
        <p:xfrm>
          <a:off x="7316500" y="235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59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512, 3x3, s=2,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512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512, 3x3, s=1,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512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5" name="Google Shape;885;p34"/>
          <p:cNvGraphicFramePr/>
          <p:nvPr/>
        </p:nvGraphicFramePr>
        <p:xfrm>
          <a:off x="7345175" y="519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886" name="Google Shape;886;p34"/>
          <p:cNvSpPr/>
          <p:nvPr/>
        </p:nvSpPr>
        <p:spPr>
          <a:xfrm>
            <a:off x="8657625" y="4657813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887" name="Google Shape;887;p34"/>
          <p:cNvSpPr txBox="1"/>
          <p:nvPr/>
        </p:nvSpPr>
        <p:spPr>
          <a:xfrm>
            <a:off x="5149775" y="19238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L4_ 1</a:t>
            </a:r>
            <a:endParaRPr b="1" sz="1600"/>
          </a:p>
        </p:txBody>
      </p:sp>
      <p:sp>
        <p:nvSpPr>
          <p:cNvPr id="888" name="Google Shape;888;p34"/>
          <p:cNvSpPr txBox="1"/>
          <p:nvPr/>
        </p:nvSpPr>
        <p:spPr>
          <a:xfrm>
            <a:off x="8241625" y="1923850"/>
            <a:ext cx="164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(256, H/4, W/4)</a:t>
            </a:r>
            <a:endParaRPr b="1" sz="1600"/>
          </a:p>
        </p:txBody>
      </p:sp>
      <p:sp>
        <p:nvSpPr>
          <p:cNvPr id="889" name="Google Shape;889;p34"/>
          <p:cNvSpPr txBox="1"/>
          <p:nvPr/>
        </p:nvSpPr>
        <p:spPr>
          <a:xfrm>
            <a:off x="8017750" y="5563450"/>
            <a:ext cx="196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(512, H/8, W/8)</a:t>
            </a:r>
            <a:endParaRPr b="1" sz="1600"/>
          </a:p>
        </p:txBody>
      </p:sp>
      <p:cxnSp>
        <p:nvCxnSpPr>
          <p:cNvPr id="890" name="Google Shape;890;p34"/>
          <p:cNvCxnSpPr>
            <a:stCxn id="888" idx="1"/>
          </p:cNvCxnSpPr>
          <p:nvPr/>
        </p:nvCxnSpPr>
        <p:spPr>
          <a:xfrm flipH="1">
            <a:off x="6859225" y="2139400"/>
            <a:ext cx="13824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34"/>
          <p:cNvCxnSpPr/>
          <p:nvPr/>
        </p:nvCxnSpPr>
        <p:spPr>
          <a:xfrm>
            <a:off x="6867500" y="2139450"/>
            <a:ext cx="12900" cy="275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34"/>
          <p:cNvCxnSpPr>
            <a:endCxn id="886" idx="2"/>
          </p:cNvCxnSpPr>
          <p:nvPr/>
        </p:nvCxnSpPr>
        <p:spPr>
          <a:xfrm>
            <a:off x="6849525" y="4894663"/>
            <a:ext cx="1808100" cy="1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5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" name="Google Shape;900;p3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2" name="Google Shape;902;p35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03" name="Google Shape;903;p35"/>
          <p:cNvSpPr/>
          <p:nvPr/>
        </p:nvSpPr>
        <p:spPr>
          <a:xfrm>
            <a:off x="4206238" y="5287650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4" name="Google Shape;904;p35"/>
          <p:cNvGraphicFramePr/>
          <p:nvPr/>
        </p:nvGraphicFramePr>
        <p:xfrm>
          <a:off x="5071600" y="261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5" name="Google Shape;905;p35"/>
          <p:cNvGraphicFramePr/>
          <p:nvPr/>
        </p:nvGraphicFramePr>
        <p:xfrm>
          <a:off x="5210575" y="2795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6" name="Google Shape;906;p35"/>
          <p:cNvGraphicFramePr/>
          <p:nvPr/>
        </p:nvGraphicFramePr>
        <p:xfrm>
          <a:off x="5352500" y="2958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7" name="Google Shape;907;p35"/>
          <p:cNvGraphicFramePr/>
          <p:nvPr/>
        </p:nvGraphicFramePr>
        <p:xfrm>
          <a:off x="5473500" y="310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8" name="Google Shape;908;p35"/>
          <p:cNvGraphicFramePr/>
          <p:nvPr/>
        </p:nvGraphicFramePr>
        <p:xfrm>
          <a:off x="5604975" y="324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9" name="Google Shape;909;p35"/>
          <p:cNvGraphicFramePr/>
          <p:nvPr/>
        </p:nvGraphicFramePr>
        <p:xfrm>
          <a:off x="5746875" y="345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0" name="Google Shape;910;p35"/>
          <p:cNvGraphicFramePr/>
          <p:nvPr/>
        </p:nvGraphicFramePr>
        <p:xfrm>
          <a:off x="5888825" y="360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1" name="Google Shape;911;p35"/>
          <p:cNvGraphicFramePr/>
          <p:nvPr/>
        </p:nvGraphicFramePr>
        <p:xfrm>
          <a:off x="6051675" y="377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2" name="Google Shape;912;p35"/>
          <p:cNvGraphicFramePr/>
          <p:nvPr/>
        </p:nvGraphicFramePr>
        <p:xfrm>
          <a:off x="6166000" y="3896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772150"/>
              </a:tblGrid>
              <a:tr h="74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913" name="Google Shape;913;p35"/>
          <p:cNvSpPr txBox="1"/>
          <p:nvPr/>
        </p:nvSpPr>
        <p:spPr>
          <a:xfrm>
            <a:off x="6140625" y="4914475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W/8</a:t>
            </a:r>
            <a:endParaRPr b="1" sz="1600"/>
          </a:p>
        </p:txBody>
      </p:sp>
      <p:sp>
        <p:nvSpPr>
          <p:cNvPr id="914" name="Google Shape;914;p35"/>
          <p:cNvSpPr txBox="1"/>
          <p:nvPr/>
        </p:nvSpPr>
        <p:spPr>
          <a:xfrm>
            <a:off x="7124950" y="4048788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H</a:t>
            </a:r>
            <a:r>
              <a:rPr b="1" lang="en-US" sz="1600"/>
              <a:t>/8</a:t>
            </a:r>
            <a:endParaRPr b="1" sz="1600"/>
          </a:p>
        </p:txBody>
      </p:sp>
      <p:sp>
        <p:nvSpPr>
          <p:cNvPr id="915" name="Google Shape;915;p35"/>
          <p:cNvSpPr/>
          <p:nvPr/>
        </p:nvSpPr>
        <p:spPr>
          <a:xfrm rot="-2250249">
            <a:off x="6531485" y="2253169"/>
            <a:ext cx="341481" cy="1692461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5"/>
          <p:cNvSpPr txBox="1"/>
          <p:nvPr/>
        </p:nvSpPr>
        <p:spPr>
          <a:xfrm>
            <a:off x="6823825" y="2558450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512</a:t>
            </a:r>
            <a:endParaRPr b="1"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6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6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4" name="Google Shape;924;p3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6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6" name="Google Shape;926;p36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27" name="Google Shape;927;p36"/>
          <p:cNvSpPr/>
          <p:nvPr/>
        </p:nvSpPr>
        <p:spPr>
          <a:xfrm>
            <a:off x="4206238" y="5287650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28" name="Google Shape;928;p36"/>
          <p:cNvGraphicFramePr/>
          <p:nvPr/>
        </p:nvGraphicFramePr>
        <p:xfrm>
          <a:off x="10070375" y="274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929" name="Google Shape;929;p36"/>
          <p:cNvSpPr txBox="1"/>
          <p:nvPr/>
        </p:nvSpPr>
        <p:spPr>
          <a:xfrm>
            <a:off x="4310300" y="3133600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H</a:t>
            </a:r>
            <a:r>
              <a:rPr b="1" lang="en-US" sz="1600"/>
              <a:t>/8</a:t>
            </a:r>
            <a:endParaRPr b="1" sz="1600"/>
          </a:p>
        </p:txBody>
      </p:sp>
      <p:sp>
        <p:nvSpPr>
          <p:cNvPr id="930" name="Google Shape;930;p36"/>
          <p:cNvSpPr txBox="1"/>
          <p:nvPr/>
        </p:nvSpPr>
        <p:spPr>
          <a:xfrm>
            <a:off x="5184100" y="4040888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W</a:t>
            </a:r>
            <a:r>
              <a:rPr b="1" lang="en-US" sz="1600"/>
              <a:t>/8</a:t>
            </a:r>
            <a:endParaRPr b="1" sz="1600"/>
          </a:p>
        </p:txBody>
      </p:sp>
      <p:sp>
        <p:nvSpPr>
          <p:cNvPr id="931" name="Google Shape;931;p36"/>
          <p:cNvSpPr/>
          <p:nvPr/>
        </p:nvSpPr>
        <p:spPr>
          <a:xfrm rot="-5400000">
            <a:off x="8009275" y="-892700"/>
            <a:ext cx="223500" cy="6649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6"/>
          <p:cNvSpPr txBox="1"/>
          <p:nvPr/>
        </p:nvSpPr>
        <p:spPr>
          <a:xfrm>
            <a:off x="7882650" y="1805100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512</a:t>
            </a:r>
            <a:endParaRPr b="1" sz="1600"/>
          </a:p>
        </p:txBody>
      </p:sp>
      <p:graphicFrame>
        <p:nvGraphicFramePr>
          <p:cNvPr id="933" name="Google Shape;933;p36"/>
          <p:cNvGraphicFramePr/>
          <p:nvPr/>
        </p:nvGraphicFramePr>
        <p:xfrm>
          <a:off x="8029450" y="274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4" name="Google Shape;934;p36"/>
          <p:cNvGraphicFramePr/>
          <p:nvPr/>
        </p:nvGraphicFramePr>
        <p:xfrm>
          <a:off x="6412788" y="274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5" name="Google Shape;935;p36"/>
          <p:cNvGraphicFramePr/>
          <p:nvPr/>
        </p:nvGraphicFramePr>
        <p:xfrm>
          <a:off x="4796125" y="2741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936" name="Google Shape;936;p36"/>
          <p:cNvSpPr txBox="1"/>
          <p:nvPr/>
        </p:nvSpPr>
        <p:spPr>
          <a:xfrm>
            <a:off x="9522700" y="3133575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…</a:t>
            </a:r>
            <a:endParaRPr b="1" sz="1600"/>
          </a:p>
        </p:txBody>
      </p:sp>
      <p:graphicFrame>
        <p:nvGraphicFramePr>
          <p:cNvPr id="937" name="Google Shape;937;p36"/>
          <p:cNvGraphicFramePr/>
          <p:nvPr/>
        </p:nvGraphicFramePr>
        <p:xfrm>
          <a:off x="5269350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8" name="Google Shape;938;p36"/>
          <p:cNvGraphicFramePr/>
          <p:nvPr/>
        </p:nvGraphicFramePr>
        <p:xfrm>
          <a:off x="6886025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9" name="Google Shape;939;p36"/>
          <p:cNvGraphicFramePr/>
          <p:nvPr/>
        </p:nvGraphicFramePr>
        <p:xfrm>
          <a:off x="8502700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0" name="Google Shape;940;p36"/>
          <p:cNvGraphicFramePr/>
          <p:nvPr/>
        </p:nvGraphicFramePr>
        <p:xfrm>
          <a:off x="10543600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cxnSp>
        <p:nvCxnSpPr>
          <p:cNvPr id="941" name="Google Shape;941;p36"/>
          <p:cNvCxnSpPr/>
          <p:nvPr/>
        </p:nvCxnSpPr>
        <p:spPr>
          <a:xfrm flipH="1">
            <a:off x="5498750" y="4461850"/>
            <a:ext cx="1500" cy="7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36"/>
          <p:cNvCxnSpPr/>
          <p:nvPr/>
        </p:nvCxnSpPr>
        <p:spPr>
          <a:xfrm flipH="1">
            <a:off x="7107500" y="4007700"/>
            <a:ext cx="300" cy="11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36"/>
          <p:cNvCxnSpPr/>
          <p:nvPr/>
        </p:nvCxnSpPr>
        <p:spPr>
          <a:xfrm flipH="1">
            <a:off x="8715050" y="3985400"/>
            <a:ext cx="300" cy="11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36"/>
          <p:cNvCxnSpPr/>
          <p:nvPr/>
        </p:nvCxnSpPr>
        <p:spPr>
          <a:xfrm flipH="1">
            <a:off x="10765600" y="3985400"/>
            <a:ext cx="300" cy="11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5" name="Google Shape;945;p36"/>
          <p:cNvSpPr txBox="1"/>
          <p:nvPr/>
        </p:nvSpPr>
        <p:spPr>
          <a:xfrm>
            <a:off x="10229400" y="5744663"/>
            <a:ext cx="14604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(512, 1, 1)</a:t>
            </a:r>
            <a:endParaRPr b="1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7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7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Общая архитектура сетей ResNet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3" name="Google Shape;953;p3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5" name="Google Shape;955;p37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956" name="Google Shape;956;p37"/>
          <p:cNvGraphicFramePr/>
          <p:nvPr/>
        </p:nvGraphicFramePr>
        <p:xfrm>
          <a:off x="5264888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265325"/>
                <a:gridCol w="126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BasicBlock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resnet18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resnet34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957" name="Google Shape;957;p37"/>
          <p:cNvGraphicFramePr/>
          <p:nvPr/>
        </p:nvGraphicFramePr>
        <p:xfrm>
          <a:off x="8472313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265325"/>
                <a:gridCol w="126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BasicBlock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resnet50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resnet101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8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8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ResNet-50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65" name="Google Shape;965;p3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8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7" name="Google Shape;967;p38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256,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68" name="Google Shape;968;p38"/>
          <p:cNvSpPr/>
          <p:nvPr/>
        </p:nvSpPr>
        <p:spPr>
          <a:xfrm>
            <a:off x="4206250" y="3385225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8"/>
          <p:cNvSpPr/>
          <p:nvPr/>
        </p:nvSpPr>
        <p:spPr>
          <a:xfrm>
            <a:off x="4939025" y="1273575"/>
            <a:ext cx="5842800" cy="492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0" name="Google Shape;970;p38"/>
          <p:cNvGraphicFramePr/>
          <p:nvPr/>
        </p:nvGraphicFramePr>
        <p:xfrm>
          <a:off x="7326975" y="178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Conv2d: 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64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, 1x1, s=1, p=0, b=False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64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Conv2d: 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64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, 3x3, s=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, p=1, b=False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64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Conv2d: 64, 1x1, s=1, p=0, b=False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64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1" name="Google Shape;971;p38"/>
          <p:cNvGraphicFramePr/>
          <p:nvPr/>
        </p:nvGraphicFramePr>
        <p:xfrm>
          <a:off x="7326975" y="541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972" name="Google Shape;972;p38"/>
          <p:cNvSpPr txBox="1"/>
          <p:nvPr/>
        </p:nvSpPr>
        <p:spPr>
          <a:xfrm>
            <a:off x="5096713" y="14172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L1_ 1</a:t>
            </a:r>
            <a:endParaRPr b="1" sz="1600"/>
          </a:p>
        </p:txBody>
      </p:sp>
      <p:sp>
        <p:nvSpPr>
          <p:cNvPr id="973" name="Google Shape;973;p38"/>
          <p:cNvSpPr txBox="1"/>
          <p:nvPr/>
        </p:nvSpPr>
        <p:spPr>
          <a:xfrm>
            <a:off x="8241625" y="1323775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(64*4, H, W)</a:t>
            </a:r>
            <a:endParaRPr b="1" sz="1600"/>
          </a:p>
        </p:txBody>
      </p:sp>
      <p:sp>
        <p:nvSpPr>
          <p:cNvPr id="974" name="Google Shape;974;p38"/>
          <p:cNvSpPr/>
          <p:nvPr/>
        </p:nvSpPr>
        <p:spPr>
          <a:xfrm>
            <a:off x="8639425" y="4951400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975" name="Google Shape;975;p38"/>
          <p:cNvSpPr txBox="1"/>
          <p:nvPr/>
        </p:nvSpPr>
        <p:spPr>
          <a:xfrm>
            <a:off x="5049038" y="55909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factor=4</a:t>
            </a:r>
            <a:endParaRPr b="1" sz="1600"/>
          </a:p>
        </p:txBody>
      </p:sp>
      <p:sp>
        <p:nvSpPr>
          <p:cNvPr id="976" name="Google Shape;976;p38"/>
          <p:cNvSpPr txBox="1"/>
          <p:nvPr/>
        </p:nvSpPr>
        <p:spPr>
          <a:xfrm>
            <a:off x="8301163" y="5811475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(64*4, H, W)</a:t>
            </a:r>
            <a:endParaRPr b="1" sz="1600"/>
          </a:p>
        </p:txBody>
      </p:sp>
      <p:cxnSp>
        <p:nvCxnSpPr>
          <p:cNvPr id="977" name="Google Shape;977;p38"/>
          <p:cNvCxnSpPr>
            <a:stCxn id="973" idx="1"/>
          </p:cNvCxnSpPr>
          <p:nvPr/>
        </p:nvCxnSpPr>
        <p:spPr>
          <a:xfrm flipH="1">
            <a:off x="6715525" y="1539325"/>
            <a:ext cx="1526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38"/>
          <p:cNvCxnSpPr/>
          <p:nvPr/>
        </p:nvCxnSpPr>
        <p:spPr>
          <a:xfrm>
            <a:off x="6718850" y="1544100"/>
            <a:ext cx="6000" cy="364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38"/>
          <p:cNvCxnSpPr>
            <a:endCxn id="974" idx="2"/>
          </p:cNvCxnSpPr>
          <p:nvPr/>
        </p:nvCxnSpPr>
        <p:spPr>
          <a:xfrm flipH="1" rot="10800000">
            <a:off x="6736525" y="5199950"/>
            <a:ext cx="1902900" cy="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80" name="Google Shape;980;p38"/>
          <p:cNvGraphicFramePr/>
          <p:nvPr/>
        </p:nvGraphicFramePr>
        <p:xfrm>
          <a:off x="5301075" y="270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808100"/>
              </a:tblGrid>
              <a:tr h="61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Conv2d: 64*4, 1x1, s=1, p=0, b=False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BatchNorm: 64*4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9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9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ResNet-50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8" name="Google Shape;988;p3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9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0" name="Google Shape;990;p39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256,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91" name="Google Shape;991;p39"/>
          <p:cNvSpPr/>
          <p:nvPr/>
        </p:nvSpPr>
        <p:spPr>
          <a:xfrm>
            <a:off x="4206250" y="3855750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9"/>
          <p:cNvSpPr/>
          <p:nvPr/>
        </p:nvSpPr>
        <p:spPr>
          <a:xfrm>
            <a:off x="4939025" y="1273575"/>
            <a:ext cx="5842800" cy="492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3" name="Google Shape;993;p39"/>
          <p:cNvGraphicFramePr/>
          <p:nvPr/>
        </p:nvGraphicFramePr>
        <p:xfrm>
          <a:off x="7326975" y="178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128, 1x1, s=1, p=0,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128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128, 3x3, s=2,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128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128*4, 1x1, s=1, p=0, b=False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128*4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" name="Google Shape;994;p39"/>
          <p:cNvGraphicFramePr/>
          <p:nvPr/>
        </p:nvGraphicFramePr>
        <p:xfrm>
          <a:off x="7326975" y="541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995" name="Google Shape;995;p39"/>
          <p:cNvSpPr txBox="1"/>
          <p:nvPr/>
        </p:nvSpPr>
        <p:spPr>
          <a:xfrm>
            <a:off x="5096713" y="14172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L2_ 1</a:t>
            </a:r>
            <a:endParaRPr b="1" sz="1600"/>
          </a:p>
        </p:txBody>
      </p:sp>
      <p:sp>
        <p:nvSpPr>
          <p:cNvPr id="996" name="Google Shape;996;p39"/>
          <p:cNvSpPr txBox="1"/>
          <p:nvPr/>
        </p:nvSpPr>
        <p:spPr>
          <a:xfrm>
            <a:off x="8241625" y="1323775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(64*4, H, W)</a:t>
            </a:r>
            <a:endParaRPr b="1" sz="1600"/>
          </a:p>
        </p:txBody>
      </p:sp>
      <p:sp>
        <p:nvSpPr>
          <p:cNvPr id="997" name="Google Shape;997;p39"/>
          <p:cNvSpPr/>
          <p:nvPr/>
        </p:nvSpPr>
        <p:spPr>
          <a:xfrm>
            <a:off x="8639425" y="4951400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998" name="Google Shape;998;p39"/>
          <p:cNvSpPr txBox="1"/>
          <p:nvPr/>
        </p:nvSpPr>
        <p:spPr>
          <a:xfrm>
            <a:off x="5049038" y="55909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factor=4</a:t>
            </a:r>
            <a:endParaRPr b="1" sz="1600"/>
          </a:p>
        </p:txBody>
      </p:sp>
      <p:sp>
        <p:nvSpPr>
          <p:cNvPr id="999" name="Google Shape;999;p39"/>
          <p:cNvSpPr txBox="1"/>
          <p:nvPr/>
        </p:nvSpPr>
        <p:spPr>
          <a:xfrm>
            <a:off x="8114875" y="5811475"/>
            <a:ext cx="19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(128*4, H/2, W/2)</a:t>
            </a:r>
            <a:endParaRPr b="1" sz="1600"/>
          </a:p>
        </p:txBody>
      </p:sp>
      <p:cxnSp>
        <p:nvCxnSpPr>
          <p:cNvPr id="1000" name="Google Shape;1000;p39"/>
          <p:cNvCxnSpPr>
            <a:stCxn id="996" idx="1"/>
          </p:cNvCxnSpPr>
          <p:nvPr/>
        </p:nvCxnSpPr>
        <p:spPr>
          <a:xfrm flipH="1">
            <a:off x="6715525" y="1539325"/>
            <a:ext cx="1526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39"/>
          <p:cNvCxnSpPr/>
          <p:nvPr/>
        </p:nvCxnSpPr>
        <p:spPr>
          <a:xfrm>
            <a:off x="6718850" y="1544100"/>
            <a:ext cx="6000" cy="364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39"/>
          <p:cNvCxnSpPr>
            <a:endCxn id="997" idx="2"/>
          </p:cNvCxnSpPr>
          <p:nvPr/>
        </p:nvCxnSpPr>
        <p:spPr>
          <a:xfrm flipH="1" rot="10800000">
            <a:off x="6736525" y="5199950"/>
            <a:ext cx="1902900" cy="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03" name="Google Shape;1003;p39"/>
          <p:cNvGraphicFramePr/>
          <p:nvPr/>
        </p:nvGraphicFramePr>
        <p:xfrm>
          <a:off x="5301075" y="270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808100"/>
              </a:tblGrid>
              <a:tr h="61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Conv2d: 128*4, 1x1, s=2, p=0, b=False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BatchNorm: 128*4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0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ResNet-50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1" name="Google Shape;1011;p4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3" name="Google Shape;1013;p40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256,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14" name="Google Shape;1014;p40"/>
          <p:cNvSpPr/>
          <p:nvPr/>
        </p:nvSpPr>
        <p:spPr>
          <a:xfrm>
            <a:off x="4227188" y="4372175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0"/>
          <p:cNvSpPr/>
          <p:nvPr/>
        </p:nvSpPr>
        <p:spPr>
          <a:xfrm>
            <a:off x="4939025" y="1273575"/>
            <a:ext cx="5842800" cy="492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16" name="Google Shape;1016;p40"/>
          <p:cNvGraphicFramePr/>
          <p:nvPr/>
        </p:nvGraphicFramePr>
        <p:xfrm>
          <a:off x="7326975" y="178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256, 1x1, s=1, p=0,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256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256, 3x3, s=2,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256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256*4, 1x1, s=1, p=0, b=False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256*4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7" name="Google Shape;1017;p40"/>
          <p:cNvGraphicFramePr/>
          <p:nvPr/>
        </p:nvGraphicFramePr>
        <p:xfrm>
          <a:off x="7326975" y="541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1018" name="Google Shape;1018;p40"/>
          <p:cNvSpPr txBox="1"/>
          <p:nvPr/>
        </p:nvSpPr>
        <p:spPr>
          <a:xfrm>
            <a:off x="5096713" y="14172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L3_ 1</a:t>
            </a:r>
            <a:endParaRPr b="1" sz="1600"/>
          </a:p>
        </p:txBody>
      </p:sp>
      <p:sp>
        <p:nvSpPr>
          <p:cNvPr id="1019" name="Google Shape;1019;p40"/>
          <p:cNvSpPr txBox="1"/>
          <p:nvPr/>
        </p:nvSpPr>
        <p:spPr>
          <a:xfrm>
            <a:off x="8241625" y="1323775"/>
            <a:ext cx="180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(128*4, H/2, W/2)</a:t>
            </a:r>
            <a:endParaRPr b="1" sz="1600"/>
          </a:p>
        </p:txBody>
      </p:sp>
      <p:sp>
        <p:nvSpPr>
          <p:cNvPr id="1020" name="Google Shape;1020;p40"/>
          <p:cNvSpPr/>
          <p:nvPr/>
        </p:nvSpPr>
        <p:spPr>
          <a:xfrm>
            <a:off x="8639425" y="4951400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1021" name="Google Shape;1021;p40"/>
          <p:cNvSpPr txBox="1"/>
          <p:nvPr/>
        </p:nvSpPr>
        <p:spPr>
          <a:xfrm>
            <a:off x="5049038" y="55909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factor=4</a:t>
            </a:r>
            <a:endParaRPr b="1" sz="1600"/>
          </a:p>
        </p:txBody>
      </p:sp>
      <p:sp>
        <p:nvSpPr>
          <p:cNvPr id="1022" name="Google Shape;1022;p40"/>
          <p:cNvSpPr txBox="1"/>
          <p:nvPr/>
        </p:nvSpPr>
        <p:spPr>
          <a:xfrm>
            <a:off x="8114875" y="5811475"/>
            <a:ext cx="19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(256*4, H/4, W/4)</a:t>
            </a:r>
            <a:endParaRPr b="1" sz="1600"/>
          </a:p>
        </p:txBody>
      </p:sp>
      <p:cxnSp>
        <p:nvCxnSpPr>
          <p:cNvPr id="1023" name="Google Shape;1023;p40"/>
          <p:cNvCxnSpPr>
            <a:stCxn id="1019" idx="1"/>
          </p:cNvCxnSpPr>
          <p:nvPr/>
        </p:nvCxnSpPr>
        <p:spPr>
          <a:xfrm flipH="1">
            <a:off x="6715525" y="1539325"/>
            <a:ext cx="1526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40"/>
          <p:cNvCxnSpPr/>
          <p:nvPr/>
        </p:nvCxnSpPr>
        <p:spPr>
          <a:xfrm>
            <a:off x="6718850" y="1544100"/>
            <a:ext cx="6000" cy="364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40"/>
          <p:cNvCxnSpPr>
            <a:endCxn id="1020" idx="2"/>
          </p:cNvCxnSpPr>
          <p:nvPr/>
        </p:nvCxnSpPr>
        <p:spPr>
          <a:xfrm flipH="1" rot="10800000">
            <a:off x="6736525" y="5199950"/>
            <a:ext cx="1902900" cy="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26" name="Google Shape;1026;p40"/>
          <p:cNvGraphicFramePr/>
          <p:nvPr/>
        </p:nvGraphicFramePr>
        <p:xfrm>
          <a:off x="5301075" y="270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808100"/>
              </a:tblGrid>
              <a:tr h="61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Conv2d: 256*4, 1x1, s=2, p=0, b=False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BatchNorm: 256*4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1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1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ResNet-50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4" name="Google Shape;1034;p4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1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6" name="Google Shape;1036;p41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256,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37" name="Google Shape;1037;p41"/>
          <p:cNvSpPr/>
          <p:nvPr/>
        </p:nvSpPr>
        <p:spPr>
          <a:xfrm>
            <a:off x="4206238" y="4808275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41"/>
          <p:cNvSpPr/>
          <p:nvPr/>
        </p:nvSpPr>
        <p:spPr>
          <a:xfrm>
            <a:off x="4939025" y="1273575"/>
            <a:ext cx="5842800" cy="492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9" name="Google Shape;1039;p41"/>
          <p:cNvGraphicFramePr/>
          <p:nvPr/>
        </p:nvGraphicFramePr>
        <p:xfrm>
          <a:off x="7326975" y="178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512, 1x1, s=1, p=0,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512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512, 3x3, s=2, p=1, b=False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512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ReLU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Conv2d: 512*4, 1x1, s=1, p=0, b=False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BatchNorm: 512*4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0" name="Google Shape;1040;p41"/>
          <p:cNvGraphicFramePr/>
          <p:nvPr/>
        </p:nvGraphicFramePr>
        <p:xfrm>
          <a:off x="7326975" y="541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1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ReLU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1041" name="Google Shape;1041;p41"/>
          <p:cNvSpPr txBox="1"/>
          <p:nvPr/>
        </p:nvSpPr>
        <p:spPr>
          <a:xfrm>
            <a:off x="5096713" y="14172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L3_ 1</a:t>
            </a:r>
            <a:endParaRPr b="1" sz="1600"/>
          </a:p>
        </p:txBody>
      </p:sp>
      <p:sp>
        <p:nvSpPr>
          <p:cNvPr id="1042" name="Google Shape;1042;p41"/>
          <p:cNvSpPr txBox="1"/>
          <p:nvPr/>
        </p:nvSpPr>
        <p:spPr>
          <a:xfrm>
            <a:off x="8241625" y="1323775"/>
            <a:ext cx="180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(256*4, H/4, W/4)</a:t>
            </a:r>
            <a:endParaRPr b="1" sz="1600"/>
          </a:p>
        </p:txBody>
      </p:sp>
      <p:sp>
        <p:nvSpPr>
          <p:cNvPr id="1043" name="Google Shape;1043;p41"/>
          <p:cNvSpPr/>
          <p:nvPr/>
        </p:nvSpPr>
        <p:spPr>
          <a:xfrm>
            <a:off x="8639425" y="4951400"/>
            <a:ext cx="544200" cy="49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1044" name="Google Shape;1044;p41"/>
          <p:cNvSpPr txBox="1"/>
          <p:nvPr/>
        </p:nvSpPr>
        <p:spPr>
          <a:xfrm>
            <a:off x="5049038" y="5590950"/>
            <a:ext cx="133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factor=4</a:t>
            </a:r>
            <a:endParaRPr b="1" sz="1600"/>
          </a:p>
        </p:txBody>
      </p:sp>
      <p:sp>
        <p:nvSpPr>
          <p:cNvPr id="1045" name="Google Shape;1045;p41"/>
          <p:cNvSpPr txBox="1"/>
          <p:nvPr/>
        </p:nvSpPr>
        <p:spPr>
          <a:xfrm>
            <a:off x="8114875" y="5811475"/>
            <a:ext cx="19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(256*4, H/4, W/4)</a:t>
            </a:r>
            <a:endParaRPr b="1" sz="1600"/>
          </a:p>
        </p:txBody>
      </p:sp>
      <p:cxnSp>
        <p:nvCxnSpPr>
          <p:cNvPr id="1046" name="Google Shape;1046;p41"/>
          <p:cNvCxnSpPr>
            <a:stCxn id="1042" idx="1"/>
          </p:cNvCxnSpPr>
          <p:nvPr/>
        </p:nvCxnSpPr>
        <p:spPr>
          <a:xfrm flipH="1">
            <a:off x="6715525" y="1539325"/>
            <a:ext cx="1526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41"/>
          <p:cNvCxnSpPr/>
          <p:nvPr/>
        </p:nvCxnSpPr>
        <p:spPr>
          <a:xfrm>
            <a:off x="6718850" y="1544100"/>
            <a:ext cx="6000" cy="364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41"/>
          <p:cNvCxnSpPr>
            <a:endCxn id="1043" idx="2"/>
          </p:cNvCxnSpPr>
          <p:nvPr/>
        </p:nvCxnSpPr>
        <p:spPr>
          <a:xfrm flipH="1" rot="10800000">
            <a:off x="6736525" y="5199950"/>
            <a:ext cx="1902900" cy="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49" name="Google Shape;1049;p41"/>
          <p:cNvGraphicFramePr/>
          <p:nvPr/>
        </p:nvGraphicFramePr>
        <p:xfrm>
          <a:off x="5301075" y="270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808100"/>
              </a:tblGrid>
              <a:tr h="61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Conv2d: 512*4, 1x1, s=2, p=0, b=False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BatchNorm: 512*4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2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Архитектура сети ResNet-18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7" name="Google Shape;1057;p4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2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9" name="Google Shape;1059;p42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3253750"/>
              </a:tblGrid>
              <a:tr h="50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Conv2d: 3, 64, 7x7, s=2, p=3, b=False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BatchNorm: 64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MaxPool2d: 3x3, s=2, p=1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Layer1: 64, H, W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Layer2: 128, H/2, W/2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Layer3: 128, H/4, W/4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Layer4: 512, H/8, W/8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AdaptiveAvgPool2d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48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Linear: 512*factor, out=1000, b=True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60" name="Google Shape;1060;p42"/>
          <p:cNvSpPr/>
          <p:nvPr/>
        </p:nvSpPr>
        <p:spPr>
          <a:xfrm>
            <a:off x="4206238" y="5287650"/>
            <a:ext cx="6909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1" name="Google Shape;1061;p42"/>
          <p:cNvGraphicFramePr/>
          <p:nvPr/>
        </p:nvGraphicFramePr>
        <p:xfrm>
          <a:off x="10070375" y="274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062" name="Google Shape;1062;p42"/>
          <p:cNvSpPr txBox="1"/>
          <p:nvPr/>
        </p:nvSpPr>
        <p:spPr>
          <a:xfrm>
            <a:off x="4310300" y="3133600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H/8</a:t>
            </a:r>
            <a:endParaRPr b="1" sz="1600"/>
          </a:p>
        </p:txBody>
      </p:sp>
      <p:sp>
        <p:nvSpPr>
          <p:cNvPr id="1063" name="Google Shape;1063;p42"/>
          <p:cNvSpPr txBox="1"/>
          <p:nvPr/>
        </p:nvSpPr>
        <p:spPr>
          <a:xfrm>
            <a:off x="5184100" y="4040888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W/8</a:t>
            </a:r>
            <a:endParaRPr b="1" sz="1600"/>
          </a:p>
        </p:txBody>
      </p:sp>
      <p:sp>
        <p:nvSpPr>
          <p:cNvPr id="1064" name="Google Shape;1064;p42"/>
          <p:cNvSpPr/>
          <p:nvPr/>
        </p:nvSpPr>
        <p:spPr>
          <a:xfrm rot="-5400000">
            <a:off x="8009275" y="-892700"/>
            <a:ext cx="223500" cy="6649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2"/>
          <p:cNvSpPr txBox="1"/>
          <p:nvPr/>
        </p:nvSpPr>
        <p:spPr>
          <a:xfrm>
            <a:off x="7882650" y="1805100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512</a:t>
            </a:r>
            <a:endParaRPr b="1" sz="1600"/>
          </a:p>
        </p:txBody>
      </p:sp>
      <p:graphicFrame>
        <p:nvGraphicFramePr>
          <p:cNvPr id="1066" name="Google Shape;1066;p42"/>
          <p:cNvGraphicFramePr/>
          <p:nvPr/>
        </p:nvGraphicFramePr>
        <p:xfrm>
          <a:off x="8029450" y="274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7" name="Google Shape;1067;p42"/>
          <p:cNvGraphicFramePr/>
          <p:nvPr/>
        </p:nvGraphicFramePr>
        <p:xfrm>
          <a:off x="6412788" y="274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8" name="Google Shape;1068;p42"/>
          <p:cNvGraphicFramePr/>
          <p:nvPr/>
        </p:nvGraphicFramePr>
        <p:xfrm>
          <a:off x="4796125" y="2741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12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069" name="Google Shape;1069;p42"/>
          <p:cNvSpPr txBox="1"/>
          <p:nvPr/>
        </p:nvSpPr>
        <p:spPr>
          <a:xfrm>
            <a:off x="9522700" y="3133575"/>
            <a:ext cx="822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…</a:t>
            </a:r>
            <a:endParaRPr b="1" sz="1600"/>
          </a:p>
        </p:txBody>
      </p:sp>
      <p:graphicFrame>
        <p:nvGraphicFramePr>
          <p:cNvPr id="1070" name="Google Shape;1070;p42"/>
          <p:cNvGraphicFramePr/>
          <p:nvPr/>
        </p:nvGraphicFramePr>
        <p:xfrm>
          <a:off x="5269350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1" name="Google Shape;1071;p42"/>
          <p:cNvGraphicFramePr/>
          <p:nvPr/>
        </p:nvGraphicFramePr>
        <p:xfrm>
          <a:off x="6886025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2" name="Google Shape;1072;p42"/>
          <p:cNvGraphicFramePr/>
          <p:nvPr/>
        </p:nvGraphicFramePr>
        <p:xfrm>
          <a:off x="8502700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3" name="Google Shape;1073;p42"/>
          <p:cNvGraphicFramePr/>
          <p:nvPr/>
        </p:nvGraphicFramePr>
        <p:xfrm>
          <a:off x="10543600" y="51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444300"/>
              </a:tblGrid>
              <a:tr h="4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cxnSp>
        <p:nvCxnSpPr>
          <p:cNvPr id="1074" name="Google Shape;1074;p42"/>
          <p:cNvCxnSpPr/>
          <p:nvPr/>
        </p:nvCxnSpPr>
        <p:spPr>
          <a:xfrm flipH="1">
            <a:off x="5498750" y="4461850"/>
            <a:ext cx="1500" cy="7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5" name="Google Shape;1075;p42"/>
          <p:cNvCxnSpPr/>
          <p:nvPr/>
        </p:nvCxnSpPr>
        <p:spPr>
          <a:xfrm flipH="1">
            <a:off x="7107500" y="4007700"/>
            <a:ext cx="300" cy="11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42"/>
          <p:cNvCxnSpPr/>
          <p:nvPr/>
        </p:nvCxnSpPr>
        <p:spPr>
          <a:xfrm flipH="1">
            <a:off x="8715050" y="3985400"/>
            <a:ext cx="300" cy="11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7" name="Google Shape;1077;p42"/>
          <p:cNvCxnSpPr/>
          <p:nvPr/>
        </p:nvCxnSpPr>
        <p:spPr>
          <a:xfrm flipH="1">
            <a:off x="10765600" y="3985400"/>
            <a:ext cx="300" cy="11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8" name="Google Shape;1078;p42"/>
          <p:cNvSpPr txBox="1"/>
          <p:nvPr/>
        </p:nvSpPr>
        <p:spPr>
          <a:xfrm>
            <a:off x="10229400" y="5744663"/>
            <a:ext cx="14604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(512, 1, 1)</a:t>
            </a:r>
            <a:endParaRPr b="1"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3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-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3"/>
          <p:cNvSpPr txBox="1"/>
          <p:nvPr/>
        </p:nvSpPr>
        <p:spPr>
          <a:xfrm>
            <a:off x="548650" y="594350"/>
            <a:ext cx="682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Развертка сетей ResNet в ширину</a:t>
            </a:r>
            <a:endParaRPr b="1" sz="2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6" name="Google Shape;1086;p43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3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8" name="Google Shape;1088;p43"/>
          <p:cNvGraphicFramePr/>
          <p:nvPr/>
        </p:nvGraphicFramePr>
        <p:xfrm>
          <a:off x="595950" y="152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1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9" name="Google Shape;1089;p43"/>
          <p:cNvGraphicFramePr/>
          <p:nvPr/>
        </p:nvGraphicFramePr>
        <p:xfrm>
          <a:off x="595950" y="2890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0" name="Google Shape;1090;p43"/>
          <p:cNvGraphicFramePr/>
          <p:nvPr/>
        </p:nvGraphicFramePr>
        <p:xfrm>
          <a:off x="2274650" y="348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cxnSp>
        <p:nvCxnSpPr>
          <p:cNvPr id="1091" name="Google Shape;1091;p43"/>
          <p:cNvCxnSpPr/>
          <p:nvPr/>
        </p:nvCxnSpPr>
        <p:spPr>
          <a:xfrm>
            <a:off x="1998888" y="1815275"/>
            <a:ext cx="819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92" name="Google Shape;1092;p43"/>
          <p:cNvGraphicFramePr/>
          <p:nvPr/>
        </p:nvGraphicFramePr>
        <p:xfrm>
          <a:off x="3968075" y="4231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3" name="Google Shape;1093;p43"/>
          <p:cNvGraphicFramePr/>
          <p:nvPr/>
        </p:nvGraphicFramePr>
        <p:xfrm>
          <a:off x="5769750" y="511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4" name="Google Shape;1094;p43"/>
          <p:cNvGraphicFramePr/>
          <p:nvPr/>
        </p:nvGraphicFramePr>
        <p:xfrm>
          <a:off x="2274650" y="152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2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5" name="Google Shape;1095;p43"/>
          <p:cNvGraphicFramePr/>
          <p:nvPr/>
        </p:nvGraphicFramePr>
        <p:xfrm>
          <a:off x="4022200" y="152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3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6" name="Google Shape;1096;p43"/>
          <p:cNvGraphicFramePr/>
          <p:nvPr/>
        </p:nvGraphicFramePr>
        <p:xfrm>
          <a:off x="5769750" y="152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4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7" name="Google Shape;1097;p43"/>
          <p:cNvGraphicFramePr/>
          <p:nvPr/>
        </p:nvGraphicFramePr>
        <p:xfrm>
          <a:off x="7517300" y="152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5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cxnSp>
        <p:nvCxnSpPr>
          <p:cNvPr id="1098" name="Google Shape;1098;p43"/>
          <p:cNvCxnSpPr/>
          <p:nvPr/>
        </p:nvCxnSpPr>
        <p:spPr>
          <a:xfrm>
            <a:off x="1998888" y="3185500"/>
            <a:ext cx="819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99" name="Google Shape;1099;p43"/>
          <p:cNvGraphicFramePr/>
          <p:nvPr/>
        </p:nvGraphicFramePr>
        <p:xfrm>
          <a:off x="7517300" y="2890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{060C851E-0731-4DB1-B0A7-56B97450EE4F}</a:tableStyleId>
              </a:tblPr>
              <a:tblGrid>
                <a:gridCol w="1390750"/>
              </a:tblGrid>
              <a:tr h="59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100" name="Google Shape;1100;p43"/>
          <p:cNvSpPr/>
          <p:nvPr/>
        </p:nvSpPr>
        <p:spPr>
          <a:xfrm>
            <a:off x="1993600" y="3185325"/>
            <a:ext cx="287975" cy="638550"/>
          </a:xfrm>
          <a:custGeom>
            <a:rect b="b" l="l" r="r" t="t"/>
            <a:pathLst>
              <a:path extrusionOk="0" h="25542" w="11519">
                <a:moveTo>
                  <a:pt x="0" y="0"/>
                </a:moveTo>
                <a:cubicBezTo>
                  <a:pt x="502" y="532"/>
                  <a:pt x="2068" y="-679"/>
                  <a:pt x="3013" y="3190"/>
                </a:cubicBezTo>
                <a:cubicBezTo>
                  <a:pt x="3958" y="7059"/>
                  <a:pt x="4253" y="19523"/>
                  <a:pt x="5671" y="23215"/>
                </a:cubicBezTo>
                <a:cubicBezTo>
                  <a:pt x="7089" y="26907"/>
                  <a:pt x="10544" y="24987"/>
                  <a:pt x="11519" y="2534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1" name="Google Shape;1101;p43"/>
          <p:cNvSpPr/>
          <p:nvPr/>
        </p:nvSpPr>
        <p:spPr>
          <a:xfrm>
            <a:off x="1977907" y="3194200"/>
            <a:ext cx="1978275" cy="1443325"/>
          </a:xfrm>
          <a:custGeom>
            <a:rect b="b" l="l" r="r" t="t"/>
            <a:pathLst>
              <a:path extrusionOk="0" h="57733" w="79131">
                <a:moveTo>
                  <a:pt x="628" y="0"/>
                </a:moveTo>
                <a:cubicBezTo>
                  <a:pt x="1514" y="6911"/>
                  <a:pt x="-3684" y="32134"/>
                  <a:pt x="5944" y="41467"/>
                </a:cubicBezTo>
                <a:cubicBezTo>
                  <a:pt x="15572" y="50800"/>
                  <a:pt x="46200" y="53310"/>
                  <a:pt x="58398" y="55998"/>
                </a:cubicBezTo>
                <a:cubicBezTo>
                  <a:pt x="70596" y="58686"/>
                  <a:pt x="75676" y="57327"/>
                  <a:pt x="79132" y="5759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2" name="Google Shape;1102;p43"/>
          <p:cNvSpPr/>
          <p:nvPr/>
        </p:nvSpPr>
        <p:spPr>
          <a:xfrm>
            <a:off x="1870685" y="3189775"/>
            <a:ext cx="3888600" cy="2324975"/>
          </a:xfrm>
          <a:custGeom>
            <a:rect b="b" l="l" r="r" t="t"/>
            <a:pathLst>
              <a:path extrusionOk="0" h="92999" w="155544">
                <a:moveTo>
                  <a:pt x="4917" y="0"/>
                </a:moveTo>
                <a:cubicBezTo>
                  <a:pt x="5774" y="12523"/>
                  <a:pt x="-9555" y="59926"/>
                  <a:pt x="10056" y="75136"/>
                </a:cubicBezTo>
                <a:cubicBezTo>
                  <a:pt x="29667" y="90346"/>
                  <a:pt x="98336" y="88338"/>
                  <a:pt x="122584" y="91262"/>
                </a:cubicBezTo>
                <a:cubicBezTo>
                  <a:pt x="146832" y="94186"/>
                  <a:pt x="150052" y="92444"/>
                  <a:pt x="155545" y="9268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3" name="Google Shape;1103;p43"/>
          <p:cNvSpPr/>
          <p:nvPr/>
        </p:nvSpPr>
        <p:spPr>
          <a:xfrm>
            <a:off x="3677100" y="3747975"/>
            <a:ext cx="1027800" cy="496200"/>
          </a:xfrm>
          <a:custGeom>
            <a:rect b="b" l="l" r="r" t="t"/>
            <a:pathLst>
              <a:path extrusionOk="0" h="19848" w="41112">
                <a:moveTo>
                  <a:pt x="0" y="0"/>
                </a:moveTo>
                <a:cubicBezTo>
                  <a:pt x="2924" y="561"/>
                  <a:pt x="11164" y="1063"/>
                  <a:pt x="17543" y="3367"/>
                </a:cubicBezTo>
                <a:cubicBezTo>
                  <a:pt x="23923" y="5671"/>
                  <a:pt x="34349" y="11075"/>
                  <a:pt x="38277" y="13822"/>
                </a:cubicBezTo>
                <a:cubicBezTo>
                  <a:pt x="42205" y="16569"/>
                  <a:pt x="40640" y="18844"/>
                  <a:pt x="41112" y="1984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4" name="Google Shape;1104;p43"/>
          <p:cNvSpPr/>
          <p:nvPr/>
        </p:nvSpPr>
        <p:spPr>
          <a:xfrm>
            <a:off x="3677100" y="3743550"/>
            <a:ext cx="2941675" cy="1395525"/>
          </a:xfrm>
          <a:custGeom>
            <a:rect b="b" l="l" r="r" t="t"/>
            <a:pathLst>
              <a:path extrusionOk="0" h="55821" w="117667">
                <a:moveTo>
                  <a:pt x="0" y="0"/>
                </a:moveTo>
                <a:cubicBezTo>
                  <a:pt x="14974" y="945"/>
                  <a:pt x="70854" y="-1329"/>
                  <a:pt x="89845" y="5671"/>
                </a:cubicBezTo>
                <a:cubicBezTo>
                  <a:pt x="108836" y="12671"/>
                  <a:pt x="109308" y="33640"/>
                  <a:pt x="113945" y="41998"/>
                </a:cubicBezTo>
                <a:cubicBezTo>
                  <a:pt x="118582" y="50356"/>
                  <a:pt x="117047" y="53517"/>
                  <a:pt x="117667" y="558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5" name="Google Shape;1105;p43"/>
          <p:cNvSpPr/>
          <p:nvPr/>
        </p:nvSpPr>
        <p:spPr>
          <a:xfrm>
            <a:off x="5391600" y="4345497"/>
            <a:ext cx="1039425" cy="783675"/>
          </a:xfrm>
          <a:custGeom>
            <a:rect b="b" l="l" r="r" t="t"/>
            <a:pathLst>
              <a:path extrusionOk="0" h="31347" w="41577">
                <a:moveTo>
                  <a:pt x="0" y="554"/>
                </a:moveTo>
                <a:cubicBezTo>
                  <a:pt x="3869" y="908"/>
                  <a:pt x="16569" y="-1927"/>
                  <a:pt x="23214" y="2680"/>
                </a:cubicBezTo>
                <a:cubicBezTo>
                  <a:pt x="29859" y="7288"/>
                  <a:pt x="36889" y="23444"/>
                  <a:pt x="39872" y="28199"/>
                </a:cubicBezTo>
                <a:cubicBezTo>
                  <a:pt x="42855" y="32954"/>
                  <a:pt x="40905" y="30709"/>
                  <a:pt x="41112" y="3121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6" name="Google Shape;1106;p43"/>
          <p:cNvSpPr/>
          <p:nvPr/>
        </p:nvSpPr>
        <p:spPr>
          <a:xfrm>
            <a:off x="3685950" y="3353675"/>
            <a:ext cx="3823300" cy="376575"/>
          </a:xfrm>
          <a:custGeom>
            <a:rect b="b" l="l" r="r" t="t"/>
            <a:pathLst>
              <a:path extrusionOk="0" h="15063" w="152932">
                <a:moveTo>
                  <a:pt x="0" y="15063"/>
                </a:moveTo>
                <a:cubicBezTo>
                  <a:pt x="9156" y="14856"/>
                  <a:pt x="35649" y="14443"/>
                  <a:pt x="54935" y="13823"/>
                </a:cubicBezTo>
                <a:cubicBezTo>
                  <a:pt x="74221" y="13203"/>
                  <a:pt x="99385" y="13646"/>
                  <a:pt x="115718" y="11342"/>
                </a:cubicBezTo>
                <a:cubicBezTo>
                  <a:pt x="132051" y="9038"/>
                  <a:pt x="146730" y="1890"/>
                  <a:pt x="15293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7" name="Google Shape;1107;p43"/>
          <p:cNvSpPr/>
          <p:nvPr/>
        </p:nvSpPr>
        <p:spPr>
          <a:xfrm>
            <a:off x="5382725" y="3508750"/>
            <a:ext cx="2573175" cy="872750"/>
          </a:xfrm>
          <a:custGeom>
            <a:rect b="b" l="l" r="r" t="t"/>
            <a:pathLst>
              <a:path extrusionOk="0" h="34910" w="102927">
                <a:moveTo>
                  <a:pt x="0" y="34910"/>
                </a:moveTo>
                <a:cubicBezTo>
                  <a:pt x="12346" y="32872"/>
                  <a:pt x="57446" y="27674"/>
                  <a:pt x="74074" y="22683"/>
                </a:cubicBezTo>
                <a:cubicBezTo>
                  <a:pt x="90702" y="17692"/>
                  <a:pt x="94984" y="8743"/>
                  <a:pt x="99769" y="4962"/>
                </a:cubicBezTo>
                <a:cubicBezTo>
                  <a:pt x="104554" y="1182"/>
                  <a:pt x="102280" y="827"/>
                  <a:pt x="10278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8" name="Google Shape;1108;p43"/>
          <p:cNvSpPr/>
          <p:nvPr/>
        </p:nvSpPr>
        <p:spPr>
          <a:xfrm>
            <a:off x="7185825" y="3522025"/>
            <a:ext cx="1131800" cy="1900575"/>
          </a:xfrm>
          <a:custGeom>
            <a:rect b="b" l="l" r="r" t="t"/>
            <a:pathLst>
              <a:path extrusionOk="0" h="76023" w="45272">
                <a:moveTo>
                  <a:pt x="0" y="76023"/>
                </a:moveTo>
                <a:cubicBezTo>
                  <a:pt x="3781" y="75639"/>
                  <a:pt x="16599" y="76673"/>
                  <a:pt x="22683" y="73719"/>
                </a:cubicBezTo>
                <a:cubicBezTo>
                  <a:pt x="28767" y="70766"/>
                  <a:pt x="32873" y="66011"/>
                  <a:pt x="36506" y="58302"/>
                </a:cubicBezTo>
                <a:cubicBezTo>
                  <a:pt x="40139" y="50594"/>
                  <a:pt x="43062" y="37185"/>
                  <a:pt x="44480" y="27468"/>
                </a:cubicBezTo>
                <a:cubicBezTo>
                  <a:pt x="45898" y="17751"/>
                  <a:pt x="44923" y="4578"/>
                  <a:pt x="4501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9" name="Google Shape;1109;p43"/>
          <p:cNvSpPr/>
          <p:nvPr/>
        </p:nvSpPr>
        <p:spPr>
          <a:xfrm>
            <a:off x="2103875" y="1831725"/>
            <a:ext cx="1695650" cy="711775"/>
          </a:xfrm>
          <a:custGeom>
            <a:rect b="b" l="l" r="r" t="t"/>
            <a:pathLst>
              <a:path extrusionOk="0" h="28471" w="67826">
                <a:moveTo>
                  <a:pt x="0" y="0"/>
                </a:moveTo>
                <a:lnTo>
                  <a:pt x="0" y="28471"/>
                </a:lnTo>
                <a:lnTo>
                  <a:pt x="67408" y="28471"/>
                </a:lnTo>
                <a:lnTo>
                  <a:pt x="67826" y="83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10" name="Google Shape;1110;p43"/>
          <p:cNvSpPr/>
          <p:nvPr/>
        </p:nvSpPr>
        <p:spPr>
          <a:xfrm>
            <a:off x="5617300" y="1815275"/>
            <a:ext cx="1695650" cy="711775"/>
          </a:xfrm>
          <a:custGeom>
            <a:rect b="b" l="l" r="r" t="t"/>
            <a:pathLst>
              <a:path extrusionOk="0" h="28471" w="67826">
                <a:moveTo>
                  <a:pt x="0" y="0"/>
                </a:moveTo>
                <a:lnTo>
                  <a:pt x="0" y="28471"/>
                </a:lnTo>
                <a:lnTo>
                  <a:pt x="67408" y="28471"/>
                </a:lnTo>
                <a:lnTo>
                  <a:pt x="67826" y="83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11" name="Google Shape;1111;p43"/>
          <p:cNvSpPr/>
          <p:nvPr/>
        </p:nvSpPr>
        <p:spPr>
          <a:xfrm>
            <a:off x="3841400" y="1245575"/>
            <a:ext cx="1779400" cy="554750"/>
          </a:xfrm>
          <a:custGeom>
            <a:rect b="b" l="l" r="r" t="t"/>
            <a:pathLst>
              <a:path extrusionOk="0" h="22190" w="71176">
                <a:moveTo>
                  <a:pt x="0" y="22190"/>
                </a:moveTo>
                <a:lnTo>
                  <a:pt x="0" y="0"/>
                </a:lnTo>
                <a:lnTo>
                  <a:pt x="71176" y="0"/>
                </a:lnTo>
                <a:lnTo>
                  <a:pt x="71176" y="22190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