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1675"/>
  <p:notesSz cx="6858000" cy="12191675"/>
  <p:embeddedFontLs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1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Вступление, знакомство. Обозначить формат курса: лекция + семинар 2 раза в неделю.</a:t>
            </a:r>
            <a:endParaRPr/>
          </a:p>
        </p:txBody>
      </p:sp>
      <p:sp>
        <p:nvSpPr>
          <p:cNvPr id="14" name="Google Shape;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2cf9232b64c06ad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h2cf9232b64c06ad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36" name="Google Shape;36;h2cf9232b64c06ad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2cf9232b64c06ada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h2cf9232b64c06ada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213" name="Google Shape;213;h2cf9232b64c06ada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2cf9232b64c06ada_0_4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h2cf9232b64c06ada_0_4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242" name="Google Shape;242;h2cf9232b64c06ada_0_4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2cf9232b64c06ada_0_4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h2cf9232b64c06ada_0_4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275" name="Google Shape;275;h2cf9232b64c06ada_0_4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2cf9232b64c06ada_0_5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h2cf9232b64c06ada_0_5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314" name="Google Shape;314;h2cf9232b64c06ada_0_5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2cf9232b64c06ada_0_5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h2cf9232b64c06ada_0_5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370" name="Google Shape;370;h2cf9232b64c06ada_0_5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h2cf9232b64c06ada_0_6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h2cf9232b64c06ada_0_6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426" name="Google Shape;426;h2cf9232b64c06ada_0_6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h2cf9232b64c06ada_0_8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h2cf9232b64c06ada_0_8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574" name="Google Shape;574;h2cf9232b64c06ada_0_8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h24b61cf8a7c532a4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h24b61cf8a7c532a4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631" name="Google Shape;631;h24b61cf8a7c532a4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h2cf9232b64c06ada_0_8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h2cf9232b64c06ada_0_8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690" name="Google Shape;690;h2cf9232b64c06ada_0_8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h2cf9232b64c06ada_0_12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h2cf9232b64c06ada_0_12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717" name="Google Shape;717;h2cf9232b64c06ada_0_12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h2cf9232b64c06ada_0_9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h2cf9232b64c06ada_0_9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746" name="Google Shape;746;h2cf9232b64c06ada_0_9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h2cf9232b64c06ada_0_1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h2cf9232b64c06ada_0_1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807" name="Google Shape;807;h2cf9232b64c06ada_0_13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h2cf9232b64c06ada_0_14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h2cf9232b64c06ada_0_14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818" name="Google Shape;818;h2cf9232b64c06ada_0_14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h2cf9232b64c06ada_0_14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h2cf9232b64c06ada_0_14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880" name="Google Shape;880;h2cf9232b64c06ada_0_14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h2cf9232b64c06ada_0_15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h2cf9232b64c06ada_0_15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901" name="Google Shape;901;h2cf9232b64c06ada_0_15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h2cf9232b64c06ada_0_15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8" name="Google Shape;918;h2cf9232b64c06ada_0_15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919" name="Google Shape;919;h2cf9232b64c06ada_0_15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h24b61cf8a7c532a4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0" name="Google Shape;950;h24b61cf8a7c532a4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951" name="Google Shape;951;h24b61cf8a7c532a4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h24b61cf8a7c532a4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h24b61cf8a7c532a4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961" name="Google Shape;961;h24b61cf8a7c532a4_0_1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h24b61cf8a7c532a4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h24b61cf8a7c532a4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интуитивно: каждый нейрон скрытого слоя проводит свою прямую, а выходной нейрон комбинирует результаты. Дальше — геометрическая иллюстрация этих двух прямых на плоскости XOR.</a:t>
            </a:r>
            <a:endParaRPr/>
          </a:p>
        </p:txBody>
      </p:sp>
      <p:sp>
        <p:nvSpPr>
          <p:cNvPr id="976" name="Google Shape;976;h24b61cf8a7c532a4_0_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9692640" y="201168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9692640" y="2011680"/>
            <a:ext cx="1188720" cy="150876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 flipH="1" rot="10800000">
            <a:off x="9692640" y="251460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9692640" y="301752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 flipH="1" rot="10800000">
            <a:off x="9692640" y="2514600"/>
            <a:ext cx="1188720" cy="150876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 flipH="1" rot="10800000">
            <a:off x="9692640" y="3520440"/>
            <a:ext cx="1188720" cy="502920"/>
          </a:xfrm>
          <a:prstGeom prst="straightConnector1">
            <a:avLst/>
          </a:prstGeom>
          <a:noFill/>
          <a:ln cap="flat" cmpd="sng" w="12700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9692640" y="201168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692640" y="301752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692640" y="402336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0881360" y="251460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881360" y="3520440"/>
            <a:ext cx="292608" cy="292608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КУРС «НЕЙРОННЫЕ СЕТИ»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548640" y="1965960"/>
            <a:ext cx="8686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Тема </a:t>
            </a:r>
            <a:r>
              <a:rPr b="1" lang="en-US" sz="4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6. Автоэнкодеры и генеративно состязательные сети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548640" y="37947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Математическая основа нейросетей и связь с классическим машинным обучением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3"/>
          <p:cNvCxnSpPr/>
          <p:nvPr/>
        </p:nvCxnSpPr>
        <p:spPr>
          <a:xfrm>
            <a:off x="548640" y="4617720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3"/>
          <p:cNvSpPr txBox="1"/>
          <p:nvPr/>
        </p:nvSpPr>
        <p:spPr>
          <a:xfrm>
            <a:off x="548640" y="5989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Лекция </a:t>
            </a:r>
            <a:r>
              <a:rPr lang="en-US" sz="1200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 · Модуль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11002975" y="63550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2/23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Решение: скрытый слой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834850" y="16880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045050" y="1886176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951725" y="2175725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834850" y="2236313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834850" y="27845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834850" y="333282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834850" y="38810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834850" y="442932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834850" y="49775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045050" y="2514101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045050" y="3200889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045050" y="3887701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045050" y="4574501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116875" y="2232176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116875" y="2908051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116875" y="3569989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116875" y="4194314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034300" y="2644751"/>
            <a:ext cx="408600" cy="4134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5034300" y="3614289"/>
            <a:ext cx="408600" cy="4134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5951725" y="286588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951725" y="3489825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5951725" y="4113750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7003550" y="1801513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7003550" y="2491675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7003500" y="320173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003550" y="387458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7003563" y="456138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8055350" y="1688063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8055350" y="223632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8055350" y="278458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8055350" y="333283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055350" y="388108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055350" y="442933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055350" y="497758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" name="Google Shape;76;p4"/>
          <p:cNvCxnSpPr>
            <a:stCxn id="42" idx="6"/>
            <a:endCxn id="43" idx="2"/>
          </p:cNvCxnSpPr>
          <p:nvPr/>
        </p:nvCxnSpPr>
        <p:spPr>
          <a:xfrm>
            <a:off x="2167250" y="1848100"/>
            <a:ext cx="877800" cy="24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4"/>
          <p:cNvCxnSpPr>
            <a:stCxn id="45" idx="6"/>
            <a:endCxn id="51" idx="2"/>
          </p:cNvCxnSpPr>
          <p:nvPr/>
        </p:nvCxnSpPr>
        <p:spPr>
          <a:xfrm>
            <a:off x="2167250" y="2396363"/>
            <a:ext cx="877800" cy="3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4"/>
          <p:cNvCxnSpPr>
            <a:stCxn id="42" idx="6"/>
            <a:endCxn id="51" idx="2"/>
          </p:cNvCxnSpPr>
          <p:nvPr/>
        </p:nvCxnSpPr>
        <p:spPr>
          <a:xfrm>
            <a:off x="2167250" y="1848100"/>
            <a:ext cx="877800" cy="8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4"/>
          <p:cNvCxnSpPr>
            <a:stCxn id="42" idx="6"/>
            <a:endCxn id="52" idx="2"/>
          </p:cNvCxnSpPr>
          <p:nvPr/>
        </p:nvCxnSpPr>
        <p:spPr>
          <a:xfrm>
            <a:off x="2167250" y="1848100"/>
            <a:ext cx="877800" cy="15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4"/>
          <p:cNvCxnSpPr>
            <a:stCxn id="42" idx="6"/>
            <a:endCxn id="53" idx="2"/>
          </p:cNvCxnSpPr>
          <p:nvPr/>
        </p:nvCxnSpPr>
        <p:spPr>
          <a:xfrm>
            <a:off x="2167250" y="1848100"/>
            <a:ext cx="877800" cy="224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4"/>
          <p:cNvCxnSpPr>
            <a:stCxn id="42" idx="6"/>
            <a:endCxn id="54" idx="2"/>
          </p:cNvCxnSpPr>
          <p:nvPr/>
        </p:nvCxnSpPr>
        <p:spPr>
          <a:xfrm>
            <a:off x="2167250" y="1848100"/>
            <a:ext cx="877800" cy="29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4"/>
          <p:cNvCxnSpPr>
            <a:stCxn id="45" idx="6"/>
            <a:endCxn id="43" idx="2"/>
          </p:cNvCxnSpPr>
          <p:nvPr/>
        </p:nvCxnSpPr>
        <p:spPr>
          <a:xfrm flipH="1" rot="10800000">
            <a:off x="2167250" y="2092763"/>
            <a:ext cx="877800" cy="30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4"/>
          <p:cNvCxnSpPr>
            <a:stCxn id="45" idx="6"/>
            <a:endCxn id="52" idx="2"/>
          </p:cNvCxnSpPr>
          <p:nvPr/>
        </p:nvCxnSpPr>
        <p:spPr>
          <a:xfrm>
            <a:off x="2167250" y="2396363"/>
            <a:ext cx="877800" cy="101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4"/>
          <p:cNvCxnSpPr>
            <a:stCxn id="45" idx="6"/>
            <a:endCxn id="53" idx="2"/>
          </p:cNvCxnSpPr>
          <p:nvPr/>
        </p:nvCxnSpPr>
        <p:spPr>
          <a:xfrm>
            <a:off x="2167250" y="2396363"/>
            <a:ext cx="877800" cy="169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4"/>
          <p:cNvCxnSpPr>
            <a:stCxn id="46" idx="6"/>
            <a:endCxn id="43" idx="2"/>
          </p:cNvCxnSpPr>
          <p:nvPr/>
        </p:nvCxnSpPr>
        <p:spPr>
          <a:xfrm flipH="1" rot="10800000">
            <a:off x="2167250" y="2092925"/>
            <a:ext cx="877800" cy="8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4"/>
          <p:cNvCxnSpPr>
            <a:stCxn id="46" idx="6"/>
            <a:endCxn id="51" idx="2"/>
          </p:cNvCxnSpPr>
          <p:nvPr/>
        </p:nvCxnSpPr>
        <p:spPr>
          <a:xfrm flipH="1" rot="10800000">
            <a:off x="2167250" y="2720825"/>
            <a:ext cx="877800" cy="22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4"/>
          <p:cNvCxnSpPr>
            <a:stCxn id="46" idx="6"/>
            <a:endCxn id="52" idx="2"/>
          </p:cNvCxnSpPr>
          <p:nvPr/>
        </p:nvCxnSpPr>
        <p:spPr>
          <a:xfrm>
            <a:off x="2167250" y="2944625"/>
            <a:ext cx="877800" cy="4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4"/>
          <p:cNvCxnSpPr>
            <a:stCxn id="46" idx="6"/>
            <a:endCxn id="53" idx="2"/>
          </p:cNvCxnSpPr>
          <p:nvPr/>
        </p:nvCxnSpPr>
        <p:spPr>
          <a:xfrm>
            <a:off x="2167250" y="2944625"/>
            <a:ext cx="877800" cy="11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4"/>
          <p:cNvCxnSpPr>
            <a:stCxn id="46" idx="6"/>
            <a:endCxn id="54" idx="3"/>
          </p:cNvCxnSpPr>
          <p:nvPr/>
        </p:nvCxnSpPr>
        <p:spPr>
          <a:xfrm>
            <a:off x="2167250" y="2944625"/>
            <a:ext cx="937500" cy="19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4"/>
          <p:cNvCxnSpPr>
            <a:stCxn id="47" idx="6"/>
            <a:endCxn id="43" idx="2"/>
          </p:cNvCxnSpPr>
          <p:nvPr/>
        </p:nvCxnSpPr>
        <p:spPr>
          <a:xfrm flipH="1" rot="10800000">
            <a:off x="2167250" y="2092775"/>
            <a:ext cx="877800" cy="14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4"/>
          <p:cNvCxnSpPr>
            <a:stCxn id="47" idx="6"/>
            <a:endCxn id="51" idx="2"/>
          </p:cNvCxnSpPr>
          <p:nvPr/>
        </p:nvCxnSpPr>
        <p:spPr>
          <a:xfrm flipH="1" rot="10800000">
            <a:off x="2167250" y="2720675"/>
            <a:ext cx="877800" cy="77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4"/>
          <p:cNvCxnSpPr>
            <a:stCxn id="47" idx="6"/>
            <a:endCxn id="52" idx="2"/>
          </p:cNvCxnSpPr>
          <p:nvPr/>
        </p:nvCxnSpPr>
        <p:spPr>
          <a:xfrm flipH="1" rot="10800000">
            <a:off x="2167250" y="3407675"/>
            <a:ext cx="877800" cy="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4"/>
          <p:cNvCxnSpPr>
            <a:stCxn id="47" idx="6"/>
            <a:endCxn id="53" idx="2"/>
          </p:cNvCxnSpPr>
          <p:nvPr/>
        </p:nvCxnSpPr>
        <p:spPr>
          <a:xfrm>
            <a:off x="2167250" y="3492875"/>
            <a:ext cx="877800" cy="6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4"/>
          <p:cNvCxnSpPr>
            <a:stCxn id="47" idx="6"/>
            <a:endCxn id="54" idx="2"/>
          </p:cNvCxnSpPr>
          <p:nvPr/>
        </p:nvCxnSpPr>
        <p:spPr>
          <a:xfrm>
            <a:off x="2167250" y="3492875"/>
            <a:ext cx="877800" cy="128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4"/>
          <p:cNvCxnSpPr>
            <a:stCxn id="48" idx="6"/>
            <a:endCxn id="43" idx="2"/>
          </p:cNvCxnSpPr>
          <p:nvPr/>
        </p:nvCxnSpPr>
        <p:spPr>
          <a:xfrm flipH="1" rot="10800000">
            <a:off x="2167250" y="2092925"/>
            <a:ext cx="877800" cy="194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4"/>
          <p:cNvCxnSpPr>
            <a:stCxn id="48" idx="6"/>
            <a:endCxn id="51" idx="2"/>
          </p:cNvCxnSpPr>
          <p:nvPr/>
        </p:nvCxnSpPr>
        <p:spPr>
          <a:xfrm flipH="1" rot="10800000">
            <a:off x="2167250" y="2720825"/>
            <a:ext cx="877800" cy="132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4"/>
          <p:cNvCxnSpPr>
            <a:stCxn id="48" idx="6"/>
            <a:endCxn id="52" idx="2"/>
          </p:cNvCxnSpPr>
          <p:nvPr/>
        </p:nvCxnSpPr>
        <p:spPr>
          <a:xfrm flipH="1" rot="10800000">
            <a:off x="2167250" y="3407525"/>
            <a:ext cx="877800" cy="6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4"/>
          <p:cNvCxnSpPr>
            <a:stCxn id="48" idx="6"/>
            <a:endCxn id="53" idx="2"/>
          </p:cNvCxnSpPr>
          <p:nvPr/>
        </p:nvCxnSpPr>
        <p:spPr>
          <a:xfrm>
            <a:off x="2167250" y="4041125"/>
            <a:ext cx="877800" cy="5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4"/>
          <p:cNvCxnSpPr>
            <a:stCxn id="48" idx="6"/>
            <a:endCxn id="54" idx="2"/>
          </p:cNvCxnSpPr>
          <p:nvPr/>
        </p:nvCxnSpPr>
        <p:spPr>
          <a:xfrm>
            <a:off x="2167250" y="4041125"/>
            <a:ext cx="877800" cy="7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4"/>
          <p:cNvCxnSpPr>
            <a:stCxn id="49" idx="6"/>
            <a:endCxn id="43" idx="2"/>
          </p:cNvCxnSpPr>
          <p:nvPr/>
        </p:nvCxnSpPr>
        <p:spPr>
          <a:xfrm flipH="1" rot="10800000">
            <a:off x="2167250" y="2092775"/>
            <a:ext cx="877800" cy="249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4"/>
          <p:cNvCxnSpPr>
            <a:stCxn id="49" idx="6"/>
            <a:endCxn id="51" idx="2"/>
          </p:cNvCxnSpPr>
          <p:nvPr/>
        </p:nvCxnSpPr>
        <p:spPr>
          <a:xfrm flipH="1" rot="10800000">
            <a:off x="2167250" y="2720675"/>
            <a:ext cx="877800" cy="186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4"/>
          <p:cNvCxnSpPr>
            <a:stCxn id="49" idx="6"/>
            <a:endCxn id="52" idx="2"/>
          </p:cNvCxnSpPr>
          <p:nvPr/>
        </p:nvCxnSpPr>
        <p:spPr>
          <a:xfrm flipH="1" rot="10800000">
            <a:off x="2167250" y="3407675"/>
            <a:ext cx="877800" cy="118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4"/>
          <p:cNvCxnSpPr>
            <a:stCxn id="49" idx="6"/>
            <a:endCxn id="53" idx="2"/>
          </p:cNvCxnSpPr>
          <p:nvPr/>
        </p:nvCxnSpPr>
        <p:spPr>
          <a:xfrm flipH="1" rot="10800000">
            <a:off x="2167250" y="4094375"/>
            <a:ext cx="877800" cy="49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4"/>
          <p:cNvCxnSpPr>
            <a:stCxn id="49" idx="6"/>
            <a:endCxn id="54" idx="2"/>
          </p:cNvCxnSpPr>
          <p:nvPr/>
        </p:nvCxnSpPr>
        <p:spPr>
          <a:xfrm>
            <a:off x="2167250" y="4589375"/>
            <a:ext cx="877800" cy="19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4"/>
          <p:cNvCxnSpPr>
            <a:stCxn id="50" idx="6"/>
            <a:endCxn id="43" idx="2"/>
          </p:cNvCxnSpPr>
          <p:nvPr/>
        </p:nvCxnSpPr>
        <p:spPr>
          <a:xfrm flipH="1" rot="10800000">
            <a:off x="2167250" y="2092925"/>
            <a:ext cx="877800" cy="30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4"/>
          <p:cNvCxnSpPr>
            <a:stCxn id="50" idx="6"/>
            <a:endCxn id="51" idx="2"/>
          </p:cNvCxnSpPr>
          <p:nvPr/>
        </p:nvCxnSpPr>
        <p:spPr>
          <a:xfrm flipH="1" rot="10800000">
            <a:off x="2167250" y="2720825"/>
            <a:ext cx="877800" cy="24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4"/>
          <p:cNvCxnSpPr>
            <a:stCxn id="50" idx="6"/>
            <a:endCxn id="52" idx="2"/>
          </p:cNvCxnSpPr>
          <p:nvPr/>
        </p:nvCxnSpPr>
        <p:spPr>
          <a:xfrm flipH="1" rot="10800000">
            <a:off x="2167250" y="3407525"/>
            <a:ext cx="877800" cy="17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4"/>
          <p:cNvCxnSpPr>
            <a:stCxn id="50" idx="6"/>
            <a:endCxn id="53" idx="2"/>
          </p:cNvCxnSpPr>
          <p:nvPr/>
        </p:nvCxnSpPr>
        <p:spPr>
          <a:xfrm flipH="1" rot="10800000">
            <a:off x="2167250" y="4094525"/>
            <a:ext cx="877800" cy="104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4"/>
          <p:cNvCxnSpPr>
            <a:stCxn id="50" idx="6"/>
            <a:endCxn id="54" idx="2"/>
          </p:cNvCxnSpPr>
          <p:nvPr/>
        </p:nvCxnSpPr>
        <p:spPr>
          <a:xfrm flipH="1" rot="10800000">
            <a:off x="2167250" y="4781225"/>
            <a:ext cx="877800" cy="35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4"/>
          <p:cNvCxnSpPr>
            <a:stCxn id="43" idx="6"/>
            <a:endCxn id="55" idx="2"/>
          </p:cNvCxnSpPr>
          <p:nvPr/>
        </p:nvCxnSpPr>
        <p:spPr>
          <a:xfrm>
            <a:off x="3453650" y="2092876"/>
            <a:ext cx="663300" cy="34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4"/>
          <p:cNvCxnSpPr>
            <a:stCxn id="43" idx="6"/>
            <a:endCxn id="56" idx="2"/>
          </p:cNvCxnSpPr>
          <p:nvPr/>
        </p:nvCxnSpPr>
        <p:spPr>
          <a:xfrm>
            <a:off x="3453650" y="2092876"/>
            <a:ext cx="663300" cy="102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4"/>
          <p:cNvCxnSpPr>
            <a:stCxn id="43" idx="6"/>
            <a:endCxn id="57" idx="2"/>
          </p:cNvCxnSpPr>
          <p:nvPr/>
        </p:nvCxnSpPr>
        <p:spPr>
          <a:xfrm>
            <a:off x="3453650" y="2092876"/>
            <a:ext cx="663300" cy="16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4"/>
          <p:cNvCxnSpPr>
            <a:stCxn id="43" idx="6"/>
            <a:endCxn id="58" idx="2"/>
          </p:cNvCxnSpPr>
          <p:nvPr/>
        </p:nvCxnSpPr>
        <p:spPr>
          <a:xfrm>
            <a:off x="3453650" y="2092876"/>
            <a:ext cx="663300" cy="230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4"/>
          <p:cNvCxnSpPr>
            <a:stCxn id="51" idx="6"/>
            <a:endCxn id="55" idx="2"/>
          </p:cNvCxnSpPr>
          <p:nvPr/>
        </p:nvCxnSpPr>
        <p:spPr>
          <a:xfrm flipH="1" rot="10800000">
            <a:off x="3453650" y="2438801"/>
            <a:ext cx="6633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4"/>
          <p:cNvCxnSpPr>
            <a:stCxn id="51" idx="6"/>
            <a:endCxn id="56" idx="2"/>
          </p:cNvCxnSpPr>
          <p:nvPr/>
        </p:nvCxnSpPr>
        <p:spPr>
          <a:xfrm>
            <a:off x="3453650" y="2720801"/>
            <a:ext cx="663300" cy="3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4"/>
          <p:cNvCxnSpPr>
            <a:stCxn id="51" idx="6"/>
            <a:endCxn id="57" idx="2"/>
          </p:cNvCxnSpPr>
          <p:nvPr/>
        </p:nvCxnSpPr>
        <p:spPr>
          <a:xfrm>
            <a:off x="3453650" y="2720801"/>
            <a:ext cx="663300" cy="10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4"/>
          <p:cNvCxnSpPr>
            <a:stCxn id="51" idx="6"/>
            <a:endCxn id="58" idx="2"/>
          </p:cNvCxnSpPr>
          <p:nvPr/>
        </p:nvCxnSpPr>
        <p:spPr>
          <a:xfrm>
            <a:off x="3453650" y="2720801"/>
            <a:ext cx="663300" cy="16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4"/>
          <p:cNvCxnSpPr>
            <a:stCxn id="52" idx="6"/>
            <a:endCxn id="55" idx="2"/>
          </p:cNvCxnSpPr>
          <p:nvPr/>
        </p:nvCxnSpPr>
        <p:spPr>
          <a:xfrm flipH="1" rot="10800000">
            <a:off x="3453650" y="2438889"/>
            <a:ext cx="663300" cy="96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4"/>
          <p:cNvCxnSpPr>
            <a:stCxn id="52" idx="6"/>
            <a:endCxn id="56" idx="2"/>
          </p:cNvCxnSpPr>
          <p:nvPr/>
        </p:nvCxnSpPr>
        <p:spPr>
          <a:xfrm flipH="1" rot="10800000">
            <a:off x="3453650" y="3114789"/>
            <a:ext cx="663300" cy="29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4"/>
          <p:cNvCxnSpPr>
            <a:stCxn id="52" idx="6"/>
            <a:endCxn id="57" idx="2"/>
          </p:cNvCxnSpPr>
          <p:nvPr/>
        </p:nvCxnSpPr>
        <p:spPr>
          <a:xfrm>
            <a:off x="3453650" y="3407589"/>
            <a:ext cx="663300" cy="36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4"/>
          <p:cNvCxnSpPr>
            <a:stCxn id="52" idx="6"/>
            <a:endCxn id="58" idx="2"/>
          </p:cNvCxnSpPr>
          <p:nvPr/>
        </p:nvCxnSpPr>
        <p:spPr>
          <a:xfrm>
            <a:off x="3453650" y="3407589"/>
            <a:ext cx="663300" cy="9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4"/>
          <p:cNvCxnSpPr>
            <a:stCxn id="53" idx="6"/>
            <a:endCxn id="55" idx="2"/>
          </p:cNvCxnSpPr>
          <p:nvPr/>
        </p:nvCxnSpPr>
        <p:spPr>
          <a:xfrm flipH="1" rot="10800000">
            <a:off x="3453650" y="2439001"/>
            <a:ext cx="663300" cy="165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>
            <a:stCxn id="53" idx="6"/>
            <a:endCxn id="56" idx="2"/>
          </p:cNvCxnSpPr>
          <p:nvPr/>
        </p:nvCxnSpPr>
        <p:spPr>
          <a:xfrm flipH="1" rot="10800000">
            <a:off x="3453650" y="3114901"/>
            <a:ext cx="663300" cy="97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>
            <a:stCxn id="53" idx="6"/>
            <a:endCxn id="57" idx="2"/>
          </p:cNvCxnSpPr>
          <p:nvPr/>
        </p:nvCxnSpPr>
        <p:spPr>
          <a:xfrm flipH="1" rot="10800000">
            <a:off x="3453650" y="3776701"/>
            <a:ext cx="663300" cy="3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4"/>
          <p:cNvCxnSpPr>
            <a:stCxn id="53" idx="6"/>
            <a:endCxn id="58" idx="2"/>
          </p:cNvCxnSpPr>
          <p:nvPr/>
        </p:nvCxnSpPr>
        <p:spPr>
          <a:xfrm>
            <a:off x="3453650" y="4094401"/>
            <a:ext cx="663300" cy="30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4"/>
          <p:cNvCxnSpPr>
            <a:stCxn id="54" idx="6"/>
            <a:endCxn id="55" idx="2"/>
          </p:cNvCxnSpPr>
          <p:nvPr/>
        </p:nvCxnSpPr>
        <p:spPr>
          <a:xfrm flipH="1" rot="10800000">
            <a:off x="3453650" y="2438801"/>
            <a:ext cx="663300" cy="23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4"/>
          <p:cNvCxnSpPr>
            <a:stCxn id="54" idx="6"/>
            <a:endCxn id="56" idx="2"/>
          </p:cNvCxnSpPr>
          <p:nvPr/>
        </p:nvCxnSpPr>
        <p:spPr>
          <a:xfrm flipH="1" rot="10800000">
            <a:off x="3453650" y="3114701"/>
            <a:ext cx="663300" cy="166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4"/>
          <p:cNvCxnSpPr>
            <a:stCxn id="54" idx="6"/>
            <a:endCxn id="57" idx="2"/>
          </p:cNvCxnSpPr>
          <p:nvPr/>
        </p:nvCxnSpPr>
        <p:spPr>
          <a:xfrm flipH="1" rot="10800000">
            <a:off x="3453650" y="3776801"/>
            <a:ext cx="663300" cy="10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4"/>
          <p:cNvCxnSpPr>
            <a:stCxn id="54" idx="6"/>
            <a:endCxn id="58" idx="2"/>
          </p:cNvCxnSpPr>
          <p:nvPr/>
        </p:nvCxnSpPr>
        <p:spPr>
          <a:xfrm flipH="1" rot="10800000">
            <a:off x="3453650" y="4401101"/>
            <a:ext cx="663300" cy="3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4"/>
          <p:cNvCxnSpPr>
            <a:stCxn id="55" idx="6"/>
            <a:endCxn id="59" idx="2"/>
          </p:cNvCxnSpPr>
          <p:nvPr/>
        </p:nvCxnSpPr>
        <p:spPr>
          <a:xfrm>
            <a:off x="4525475" y="2438876"/>
            <a:ext cx="508800" cy="41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4"/>
          <p:cNvCxnSpPr>
            <a:stCxn id="55" idx="6"/>
            <a:endCxn id="60" idx="2"/>
          </p:cNvCxnSpPr>
          <p:nvPr/>
        </p:nvCxnSpPr>
        <p:spPr>
          <a:xfrm>
            <a:off x="4525475" y="2438876"/>
            <a:ext cx="508800" cy="138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4"/>
          <p:cNvCxnSpPr>
            <a:stCxn id="59" idx="6"/>
            <a:endCxn id="44" idx="2"/>
          </p:cNvCxnSpPr>
          <p:nvPr/>
        </p:nvCxnSpPr>
        <p:spPr>
          <a:xfrm flipH="1" rot="10800000">
            <a:off x="5442900" y="2396351"/>
            <a:ext cx="508800" cy="45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4"/>
          <p:cNvCxnSpPr>
            <a:stCxn id="59" idx="2"/>
            <a:endCxn id="56" idx="6"/>
          </p:cNvCxnSpPr>
          <p:nvPr/>
        </p:nvCxnSpPr>
        <p:spPr>
          <a:xfrm flipH="1">
            <a:off x="4525500" y="2851451"/>
            <a:ext cx="508800" cy="26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4"/>
          <p:cNvCxnSpPr>
            <a:stCxn id="60" idx="2"/>
            <a:endCxn id="56" idx="6"/>
          </p:cNvCxnSpPr>
          <p:nvPr/>
        </p:nvCxnSpPr>
        <p:spPr>
          <a:xfrm rot="10800000">
            <a:off x="4525500" y="3114789"/>
            <a:ext cx="508800" cy="70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4"/>
          <p:cNvCxnSpPr>
            <a:stCxn id="59" idx="2"/>
            <a:endCxn id="57" idx="6"/>
          </p:cNvCxnSpPr>
          <p:nvPr/>
        </p:nvCxnSpPr>
        <p:spPr>
          <a:xfrm flipH="1">
            <a:off x="4525500" y="2851451"/>
            <a:ext cx="508800" cy="9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4"/>
          <p:cNvCxnSpPr>
            <a:stCxn id="59" idx="2"/>
            <a:endCxn id="58" idx="6"/>
          </p:cNvCxnSpPr>
          <p:nvPr/>
        </p:nvCxnSpPr>
        <p:spPr>
          <a:xfrm flipH="1">
            <a:off x="4525500" y="2851451"/>
            <a:ext cx="508800" cy="15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4"/>
          <p:cNvCxnSpPr>
            <a:stCxn id="60" idx="2"/>
            <a:endCxn id="57" idx="6"/>
          </p:cNvCxnSpPr>
          <p:nvPr/>
        </p:nvCxnSpPr>
        <p:spPr>
          <a:xfrm rot="10800000">
            <a:off x="4525500" y="3776589"/>
            <a:ext cx="508800" cy="4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4"/>
          <p:cNvCxnSpPr>
            <a:stCxn id="60" idx="2"/>
            <a:endCxn id="58" idx="6"/>
          </p:cNvCxnSpPr>
          <p:nvPr/>
        </p:nvCxnSpPr>
        <p:spPr>
          <a:xfrm flipH="1">
            <a:off x="4525500" y="3820989"/>
            <a:ext cx="508800" cy="57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4"/>
          <p:cNvCxnSpPr>
            <a:stCxn id="61" idx="2"/>
            <a:endCxn id="59" idx="6"/>
          </p:cNvCxnSpPr>
          <p:nvPr/>
        </p:nvCxnSpPr>
        <p:spPr>
          <a:xfrm rot="10800000">
            <a:off x="5442925" y="2851338"/>
            <a:ext cx="508800" cy="2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4"/>
          <p:cNvCxnSpPr>
            <a:stCxn id="59" idx="6"/>
            <a:endCxn id="62" idx="2"/>
          </p:cNvCxnSpPr>
          <p:nvPr/>
        </p:nvCxnSpPr>
        <p:spPr>
          <a:xfrm>
            <a:off x="5442900" y="2851451"/>
            <a:ext cx="508800" cy="8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4"/>
          <p:cNvCxnSpPr>
            <a:stCxn id="59" idx="6"/>
            <a:endCxn id="63" idx="2"/>
          </p:cNvCxnSpPr>
          <p:nvPr/>
        </p:nvCxnSpPr>
        <p:spPr>
          <a:xfrm>
            <a:off x="5442900" y="2851451"/>
            <a:ext cx="508800" cy="14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4"/>
          <p:cNvCxnSpPr>
            <a:stCxn id="60" idx="6"/>
            <a:endCxn id="44" idx="2"/>
          </p:cNvCxnSpPr>
          <p:nvPr/>
        </p:nvCxnSpPr>
        <p:spPr>
          <a:xfrm flipH="1" rot="10800000">
            <a:off x="5442900" y="2396289"/>
            <a:ext cx="508800" cy="142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4"/>
          <p:cNvCxnSpPr>
            <a:stCxn id="60" idx="6"/>
            <a:endCxn id="61" idx="2"/>
          </p:cNvCxnSpPr>
          <p:nvPr/>
        </p:nvCxnSpPr>
        <p:spPr>
          <a:xfrm flipH="1" rot="10800000">
            <a:off x="5442900" y="3086589"/>
            <a:ext cx="508800" cy="73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4"/>
          <p:cNvCxnSpPr>
            <a:stCxn id="60" idx="6"/>
            <a:endCxn id="62" idx="2"/>
          </p:cNvCxnSpPr>
          <p:nvPr/>
        </p:nvCxnSpPr>
        <p:spPr>
          <a:xfrm flipH="1" rot="10800000">
            <a:off x="5442900" y="3710589"/>
            <a:ext cx="5088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4"/>
          <p:cNvCxnSpPr>
            <a:stCxn id="60" idx="6"/>
            <a:endCxn id="63" idx="2"/>
          </p:cNvCxnSpPr>
          <p:nvPr/>
        </p:nvCxnSpPr>
        <p:spPr>
          <a:xfrm>
            <a:off x="5442900" y="3820989"/>
            <a:ext cx="508800" cy="51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4"/>
          <p:cNvCxnSpPr>
            <a:stCxn id="44" idx="6"/>
            <a:endCxn id="64" idx="2"/>
          </p:cNvCxnSpPr>
          <p:nvPr/>
        </p:nvCxnSpPr>
        <p:spPr>
          <a:xfrm flipH="1" rot="10800000">
            <a:off x="6360325" y="2022275"/>
            <a:ext cx="643200" cy="3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4"/>
          <p:cNvCxnSpPr>
            <a:stCxn id="44" idx="6"/>
            <a:endCxn id="65" idx="2"/>
          </p:cNvCxnSpPr>
          <p:nvPr/>
        </p:nvCxnSpPr>
        <p:spPr>
          <a:xfrm>
            <a:off x="6360325" y="2396375"/>
            <a:ext cx="643200" cy="3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4"/>
          <p:cNvCxnSpPr>
            <a:stCxn id="44" idx="6"/>
            <a:endCxn id="66" idx="2"/>
          </p:cNvCxnSpPr>
          <p:nvPr/>
        </p:nvCxnSpPr>
        <p:spPr>
          <a:xfrm>
            <a:off x="6360325" y="2396375"/>
            <a:ext cx="643200" cy="10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4"/>
          <p:cNvCxnSpPr>
            <a:stCxn id="44" idx="6"/>
            <a:endCxn id="67" idx="2"/>
          </p:cNvCxnSpPr>
          <p:nvPr/>
        </p:nvCxnSpPr>
        <p:spPr>
          <a:xfrm>
            <a:off x="6360325" y="2396375"/>
            <a:ext cx="643200" cy="16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4"/>
          <p:cNvCxnSpPr>
            <a:stCxn id="44" idx="6"/>
            <a:endCxn id="68" idx="2"/>
          </p:cNvCxnSpPr>
          <p:nvPr/>
        </p:nvCxnSpPr>
        <p:spPr>
          <a:xfrm>
            <a:off x="6360325" y="2396375"/>
            <a:ext cx="643200" cy="23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4"/>
          <p:cNvCxnSpPr>
            <a:stCxn id="61" idx="6"/>
            <a:endCxn id="64" idx="2"/>
          </p:cNvCxnSpPr>
          <p:nvPr/>
        </p:nvCxnSpPr>
        <p:spPr>
          <a:xfrm flipH="1" rot="10800000">
            <a:off x="6360325" y="2022138"/>
            <a:ext cx="643200" cy="106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4"/>
          <p:cNvCxnSpPr>
            <a:stCxn id="61" idx="6"/>
            <a:endCxn id="65" idx="2"/>
          </p:cNvCxnSpPr>
          <p:nvPr/>
        </p:nvCxnSpPr>
        <p:spPr>
          <a:xfrm flipH="1" rot="10800000">
            <a:off x="6360325" y="2712438"/>
            <a:ext cx="643200" cy="3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4"/>
          <p:cNvCxnSpPr>
            <a:stCxn id="61" idx="6"/>
            <a:endCxn id="66" idx="2"/>
          </p:cNvCxnSpPr>
          <p:nvPr/>
        </p:nvCxnSpPr>
        <p:spPr>
          <a:xfrm>
            <a:off x="6360325" y="3086538"/>
            <a:ext cx="643200" cy="3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4"/>
          <p:cNvCxnSpPr>
            <a:stCxn id="61" idx="6"/>
            <a:endCxn id="67" idx="2"/>
          </p:cNvCxnSpPr>
          <p:nvPr/>
        </p:nvCxnSpPr>
        <p:spPr>
          <a:xfrm>
            <a:off x="6360325" y="3086538"/>
            <a:ext cx="643200" cy="10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4"/>
          <p:cNvCxnSpPr>
            <a:stCxn id="61" idx="6"/>
            <a:endCxn id="68" idx="2"/>
          </p:cNvCxnSpPr>
          <p:nvPr/>
        </p:nvCxnSpPr>
        <p:spPr>
          <a:xfrm>
            <a:off x="6360325" y="3086538"/>
            <a:ext cx="643200" cy="169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4"/>
          <p:cNvCxnSpPr>
            <a:stCxn id="62" idx="6"/>
            <a:endCxn id="64" idx="2"/>
          </p:cNvCxnSpPr>
          <p:nvPr/>
        </p:nvCxnSpPr>
        <p:spPr>
          <a:xfrm flipH="1" rot="10800000">
            <a:off x="6360325" y="2022075"/>
            <a:ext cx="643200" cy="168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4"/>
          <p:cNvCxnSpPr>
            <a:stCxn id="62" idx="6"/>
            <a:endCxn id="65" idx="2"/>
          </p:cNvCxnSpPr>
          <p:nvPr/>
        </p:nvCxnSpPr>
        <p:spPr>
          <a:xfrm flipH="1" rot="10800000">
            <a:off x="6360325" y="2712375"/>
            <a:ext cx="643200" cy="99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4"/>
          <p:cNvCxnSpPr>
            <a:stCxn id="62" idx="6"/>
            <a:endCxn id="66" idx="2"/>
          </p:cNvCxnSpPr>
          <p:nvPr/>
        </p:nvCxnSpPr>
        <p:spPr>
          <a:xfrm flipH="1" rot="10800000">
            <a:off x="6360325" y="3422475"/>
            <a:ext cx="643200" cy="2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4"/>
          <p:cNvCxnSpPr>
            <a:stCxn id="62" idx="6"/>
            <a:endCxn id="68" idx="2"/>
          </p:cNvCxnSpPr>
          <p:nvPr/>
        </p:nvCxnSpPr>
        <p:spPr>
          <a:xfrm>
            <a:off x="6360325" y="3710475"/>
            <a:ext cx="643200" cy="10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4"/>
          <p:cNvCxnSpPr>
            <a:stCxn id="63" idx="6"/>
            <a:endCxn id="64" idx="2"/>
          </p:cNvCxnSpPr>
          <p:nvPr/>
        </p:nvCxnSpPr>
        <p:spPr>
          <a:xfrm flipH="1" rot="10800000">
            <a:off x="6360325" y="2022300"/>
            <a:ext cx="643200" cy="23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4"/>
          <p:cNvCxnSpPr>
            <a:stCxn id="63" idx="6"/>
            <a:endCxn id="65" idx="2"/>
          </p:cNvCxnSpPr>
          <p:nvPr/>
        </p:nvCxnSpPr>
        <p:spPr>
          <a:xfrm flipH="1" rot="10800000">
            <a:off x="6360325" y="2712300"/>
            <a:ext cx="643200" cy="16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4"/>
          <p:cNvCxnSpPr>
            <a:stCxn id="63" idx="6"/>
            <a:endCxn id="66" idx="2"/>
          </p:cNvCxnSpPr>
          <p:nvPr/>
        </p:nvCxnSpPr>
        <p:spPr>
          <a:xfrm flipH="1" rot="10800000">
            <a:off x="6360325" y="3422400"/>
            <a:ext cx="643200" cy="9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4"/>
          <p:cNvCxnSpPr>
            <a:endCxn id="67" idx="2"/>
          </p:cNvCxnSpPr>
          <p:nvPr/>
        </p:nvCxnSpPr>
        <p:spPr>
          <a:xfrm flipH="1" rot="10800000">
            <a:off x="6360350" y="4095238"/>
            <a:ext cx="643200" cy="23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4"/>
          <p:cNvCxnSpPr>
            <a:stCxn id="63" idx="6"/>
            <a:endCxn id="68" idx="2"/>
          </p:cNvCxnSpPr>
          <p:nvPr/>
        </p:nvCxnSpPr>
        <p:spPr>
          <a:xfrm>
            <a:off x="6360325" y="4334400"/>
            <a:ext cx="6432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4"/>
          <p:cNvCxnSpPr>
            <a:stCxn id="64" idx="6"/>
            <a:endCxn id="69" idx="2"/>
          </p:cNvCxnSpPr>
          <p:nvPr/>
        </p:nvCxnSpPr>
        <p:spPr>
          <a:xfrm flipH="1" rot="10800000">
            <a:off x="7412150" y="1848163"/>
            <a:ext cx="64320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4"/>
          <p:cNvCxnSpPr>
            <a:stCxn id="64" idx="6"/>
            <a:endCxn id="70" idx="2"/>
          </p:cNvCxnSpPr>
          <p:nvPr/>
        </p:nvCxnSpPr>
        <p:spPr>
          <a:xfrm>
            <a:off x="7412150" y="2022163"/>
            <a:ext cx="643200" cy="3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4"/>
          <p:cNvCxnSpPr>
            <a:stCxn id="64" idx="6"/>
            <a:endCxn id="71" idx="3"/>
          </p:cNvCxnSpPr>
          <p:nvPr/>
        </p:nvCxnSpPr>
        <p:spPr>
          <a:xfrm>
            <a:off x="7412150" y="2022163"/>
            <a:ext cx="691800" cy="10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4"/>
          <p:cNvCxnSpPr>
            <a:stCxn id="64" idx="6"/>
            <a:endCxn id="72" idx="2"/>
          </p:cNvCxnSpPr>
          <p:nvPr/>
        </p:nvCxnSpPr>
        <p:spPr>
          <a:xfrm>
            <a:off x="7412150" y="2022163"/>
            <a:ext cx="643200" cy="147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4"/>
          <p:cNvCxnSpPr>
            <a:stCxn id="64" idx="6"/>
            <a:endCxn id="73" idx="2"/>
          </p:cNvCxnSpPr>
          <p:nvPr/>
        </p:nvCxnSpPr>
        <p:spPr>
          <a:xfrm>
            <a:off x="7412150" y="2022163"/>
            <a:ext cx="643200" cy="201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4"/>
          <p:cNvCxnSpPr>
            <a:stCxn id="64" idx="6"/>
            <a:endCxn id="74" idx="2"/>
          </p:cNvCxnSpPr>
          <p:nvPr/>
        </p:nvCxnSpPr>
        <p:spPr>
          <a:xfrm>
            <a:off x="7412150" y="2022163"/>
            <a:ext cx="643200" cy="25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4"/>
          <p:cNvCxnSpPr>
            <a:stCxn id="64" idx="6"/>
            <a:endCxn id="75" idx="2"/>
          </p:cNvCxnSpPr>
          <p:nvPr/>
        </p:nvCxnSpPr>
        <p:spPr>
          <a:xfrm>
            <a:off x="7412150" y="2022163"/>
            <a:ext cx="643200" cy="31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4"/>
          <p:cNvCxnSpPr>
            <a:stCxn id="65" idx="6"/>
            <a:endCxn id="69" idx="2"/>
          </p:cNvCxnSpPr>
          <p:nvPr/>
        </p:nvCxnSpPr>
        <p:spPr>
          <a:xfrm flipH="1" rot="10800000">
            <a:off x="7412150" y="1848025"/>
            <a:ext cx="643200" cy="86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4"/>
          <p:cNvCxnSpPr>
            <a:endCxn id="70" idx="2"/>
          </p:cNvCxnSpPr>
          <p:nvPr/>
        </p:nvCxnSpPr>
        <p:spPr>
          <a:xfrm flipH="1" rot="10800000">
            <a:off x="7412150" y="2396375"/>
            <a:ext cx="643200" cy="3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4"/>
          <p:cNvCxnSpPr>
            <a:stCxn id="65" idx="6"/>
            <a:endCxn id="71" idx="2"/>
          </p:cNvCxnSpPr>
          <p:nvPr/>
        </p:nvCxnSpPr>
        <p:spPr>
          <a:xfrm>
            <a:off x="7412150" y="2712325"/>
            <a:ext cx="643200" cy="2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4"/>
          <p:cNvCxnSpPr>
            <a:stCxn id="65" idx="6"/>
            <a:endCxn id="72" idx="3"/>
          </p:cNvCxnSpPr>
          <p:nvPr/>
        </p:nvCxnSpPr>
        <p:spPr>
          <a:xfrm>
            <a:off x="7412150" y="2712325"/>
            <a:ext cx="691800" cy="89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4"/>
          <p:cNvCxnSpPr>
            <a:stCxn id="65" idx="6"/>
            <a:endCxn id="73" idx="2"/>
          </p:cNvCxnSpPr>
          <p:nvPr/>
        </p:nvCxnSpPr>
        <p:spPr>
          <a:xfrm>
            <a:off x="7412150" y="2712325"/>
            <a:ext cx="643200" cy="132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4"/>
          <p:cNvCxnSpPr>
            <a:stCxn id="65" idx="6"/>
            <a:endCxn id="74" idx="2"/>
          </p:cNvCxnSpPr>
          <p:nvPr/>
        </p:nvCxnSpPr>
        <p:spPr>
          <a:xfrm>
            <a:off x="7412150" y="2712325"/>
            <a:ext cx="643200" cy="187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4"/>
          <p:cNvCxnSpPr>
            <a:stCxn id="65" idx="6"/>
            <a:endCxn id="75" idx="2"/>
          </p:cNvCxnSpPr>
          <p:nvPr/>
        </p:nvCxnSpPr>
        <p:spPr>
          <a:xfrm>
            <a:off x="7412150" y="2712325"/>
            <a:ext cx="643200" cy="24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4"/>
          <p:cNvCxnSpPr>
            <a:stCxn id="66" idx="6"/>
            <a:endCxn id="69" idx="2"/>
          </p:cNvCxnSpPr>
          <p:nvPr/>
        </p:nvCxnSpPr>
        <p:spPr>
          <a:xfrm flipH="1" rot="10800000">
            <a:off x="7412100" y="1847988"/>
            <a:ext cx="643200" cy="157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4"/>
          <p:cNvCxnSpPr>
            <a:stCxn id="66" idx="6"/>
            <a:endCxn id="70" idx="2"/>
          </p:cNvCxnSpPr>
          <p:nvPr/>
        </p:nvCxnSpPr>
        <p:spPr>
          <a:xfrm flipH="1" rot="10800000">
            <a:off x="7412100" y="2396388"/>
            <a:ext cx="643200" cy="10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4"/>
          <p:cNvCxnSpPr>
            <a:stCxn id="66" idx="6"/>
            <a:endCxn id="71" idx="2"/>
          </p:cNvCxnSpPr>
          <p:nvPr/>
        </p:nvCxnSpPr>
        <p:spPr>
          <a:xfrm flipH="1" rot="10800000">
            <a:off x="7412100" y="2944788"/>
            <a:ext cx="643200" cy="4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4"/>
          <p:cNvCxnSpPr>
            <a:stCxn id="66" idx="6"/>
            <a:endCxn id="72" idx="2"/>
          </p:cNvCxnSpPr>
          <p:nvPr/>
        </p:nvCxnSpPr>
        <p:spPr>
          <a:xfrm>
            <a:off x="7412100" y="3422388"/>
            <a:ext cx="6432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4"/>
          <p:cNvCxnSpPr>
            <a:stCxn id="66" idx="6"/>
            <a:endCxn id="73" idx="2"/>
          </p:cNvCxnSpPr>
          <p:nvPr/>
        </p:nvCxnSpPr>
        <p:spPr>
          <a:xfrm>
            <a:off x="7412100" y="3422388"/>
            <a:ext cx="643200" cy="6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4"/>
          <p:cNvCxnSpPr>
            <a:stCxn id="66" idx="6"/>
            <a:endCxn id="74" idx="2"/>
          </p:cNvCxnSpPr>
          <p:nvPr/>
        </p:nvCxnSpPr>
        <p:spPr>
          <a:xfrm>
            <a:off x="7412100" y="3422388"/>
            <a:ext cx="643200" cy="11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4"/>
          <p:cNvCxnSpPr>
            <a:stCxn id="66" idx="6"/>
            <a:endCxn id="75" idx="2"/>
          </p:cNvCxnSpPr>
          <p:nvPr/>
        </p:nvCxnSpPr>
        <p:spPr>
          <a:xfrm>
            <a:off x="7412100" y="3422388"/>
            <a:ext cx="643200" cy="17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4"/>
          <p:cNvCxnSpPr>
            <a:stCxn id="67" idx="6"/>
            <a:endCxn id="69" idx="2"/>
          </p:cNvCxnSpPr>
          <p:nvPr/>
        </p:nvCxnSpPr>
        <p:spPr>
          <a:xfrm flipH="1" rot="10800000">
            <a:off x="7412150" y="1848238"/>
            <a:ext cx="643200" cy="224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4"/>
          <p:cNvCxnSpPr>
            <a:stCxn id="67" idx="6"/>
            <a:endCxn id="70" idx="2"/>
          </p:cNvCxnSpPr>
          <p:nvPr/>
        </p:nvCxnSpPr>
        <p:spPr>
          <a:xfrm flipH="1" rot="10800000">
            <a:off x="7412150" y="2396338"/>
            <a:ext cx="643200" cy="16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4"/>
          <p:cNvCxnSpPr>
            <a:stCxn id="67" idx="6"/>
            <a:endCxn id="71" idx="2"/>
          </p:cNvCxnSpPr>
          <p:nvPr/>
        </p:nvCxnSpPr>
        <p:spPr>
          <a:xfrm flipH="1" rot="10800000">
            <a:off x="7412150" y="2944738"/>
            <a:ext cx="643200" cy="11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4"/>
          <p:cNvCxnSpPr>
            <a:stCxn id="67" idx="6"/>
            <a:endCxn id="72" idx="2"/>
          </p:cNvCxnSpPr>
          <p:nvPr/>
        </p:nvCxnSpPr>
        <p:spPr>
          <a:xfrm flipH="1" rot="10800000">
            <a:off x="7412150" y="3492838"/>
            <a:ext cx="643200" cy="60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4"/>
          <p:cNvCxnSpPr>
            <a:stCxn id="67" idx="6"/>
            <a:endCxn id="73" idx="2"/>
          </p:cNvCxnSpPr>
          <p:nvPr/>
        </p:nvCxnSpPr>
        <p:spPr>
          <a:xfrm flipH="1" rot="10800000">
            <a:off x="7412150" y="4041238"/>
            <a:ext cx="643200" cy="5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4"/>
          <p:cNvCxnSpPr>
            <a:stCxn id="67" idx="6"/>
            <a:endCxn id="74" idx="2"/>
          </p:cNvCxnSpPr>
          <p:nvPr/>
        </p:nvCxnSpPr>
        <p:spPr>
          <a:xfrm>
            <a:off x="7412150" y="4095238"/>
            <a:ext cx="643200" cy="4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4"/>
          <p:cNvCxnSpPr>
            <a:stCxn id="67" idx="6"/>
            <a:endCxn id="75" idx="2"/>
          </p:cNvCxnSpPr>
          <p:nvPr/>
        </p:nvCxnSpPr>
        <p:spPr>
          <a:xfrm>
            <a:off x="7412150" y="4095238"/>
            <a:ext cx="643200" cy="10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4"/>
          <p:cNvCxnSpPr>
            <a:stCxn id="68" idx="6"/>
            <a:endCxn id="69" idx="2"/>
          </p:cNvCxnSpPr>
          <p:nvPr/>
        </p:nvCxnSpPr>
        <p:spPr>
          <a:xfrm flipH="1" rot="10800000">
            <a:off x="7412163" y="1848038"/>
            <a:ext cx="643200" cy="293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4"/>
          <p:cNvCxnSpPr>
            <a:stCxn id="68" idx="6"/>
            <a:endCxn id="70" idx="2"/>
          </p:cNvCxnSpPr>
          <p:nvPr/>
        </p:nvCxnSpPr>
        <p:spPr>
          <a:xfrm flipH="1" rot="10800000">
            <a:off x="7412163" y="2396438"/>
            <a:ext cx="643200" cy="23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4"/>
          <p:cNvCxnSpPr>
            <a:stCxn id="68" idx="6"/>
            <a:endCxn id="71" idx="2"/>
          </p:cNvCxnSpPr>
          <p:nvPr/>
        </p:nvCxnSpPr>
        <p:spPr>
          <a:xfrm flipH="1" rot="10800000">
            <a:off x="7412163" y="2944538"/>
            <a:ext cx="643200" cy="18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4"/>
          <p:cNvCxnSpPr>
            <a:stCxn id="68" idx="6"/>
            <a:endCxn id="72" idx="2"/>
          </p:cNvCxnSpPr>
          <p:nvPr/>
        </p:nvCxnSpPr>
        <p:spPr>
          <a:xfrm flipH="1" rot="10800000">
            <a:off x="7412163" y="3492938"/>
            <a:ext cx="643200" cy="12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4"/>
          <p:cNvCxnSpPr>
            <a:stCxn id="68" idx="6"/>
            <a:endCxn id="73" idx="2"/>
          </p:cNvCxnSpPr>
          <p:nvPr/>
        </p:nvCxnSpPr>
        <p:spPr>
          <a:xfrm flipH="1" rot="10800000">
            <a:off x="7412163" y="4041038"/>
            <a:ext cx="643200" cy="7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4"/>
          <p:cNvCxnSpPr>
            <a:stCxn id="68" idx="6"/>
            <a:endCxn id="74" idx="2"/>
          </p:cNvCxnSpPr>
          <p:nvPr/>
        </p:nvCxnSpPr>
        <p:spPr>
          <a:xfrm flipH="1" rot="10800000">
            <a:off x="7412163" y="4589438"/>
            <a:ext cx="643200" cy="1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4"/>
          <p:cNvCxnSpPr>
            <a:stCxn id="68" idx="6"/>
            <a:endCxn id="75" idx="2"/>
          </p:cNvCxnSpPr>
          <p:nvPr/>
        </p:nvCxnSpPr>
        <p:spPr>
          <a:xfrm>
            <a:off x="7412163" y="4782038"/>
            <a:ext cx="643200" cy="35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4"/>
          <p:cNvSpPr/>
          <p:nvPr/>
        </p:nvSpPr>
        <p:spPr>
          <a:xfrm rot="5400000">
            <a:off x="3295525" y="4434450"/>
            <a:ext cx="372300" cy="2364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 rot="10800000">
            <a:off x="1386350" y="1646025"/>
            <a:ext cx="372300" cy="3663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8718550" y="1660925"/>
            <a:ext cx="372300" cy="3663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 rot="5400000">
            <a:off x="6495775" y="4401525"/>
            <a:ext cx="372300" cy="2364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3104750" y="5878900"/>
            <a:ext cx="11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кодер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6185875" y="5921050"/>
            <a:ext cx="148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декодер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9155775" y="3084350"/>
            <a:ext cx="148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выходной слой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170000" y="3128163"/>
            <a:ext cx="133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входной слой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4740038" y="4427388"/>
            <a:ext cx="1334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вектор скрытого состояния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9" name="Google Shape;209;p4"/>
          <p:cNvCxnSpPr>
            <a:stCxn id="208" idx="0"/>
            <a:endCxn id="60" idx="4"/>
          </p:cNvCxnSpPr>
          <p:nvPr/>
        </p:nvCxnSpPr>
        <p:spPr>
          <a:xfrm rot="10800000">
            <a:off x="5238638" y="4027788"/>
            <a:ext cx="168600" cy="3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Автоэнкодеры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2068925" y="23246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2068925" y="33375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3107425" y="2765951"/>
            <a:ext cx="408600" cy="4134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4206250" y="232463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4206250" y="3276950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" name="Google Shape;224;p5"/>
          <p:cNvCxnSpPr>
            <a:stCxn id="219" idx="6"/>
            <a:endCxn id="221" idx="2"/>
          </p:cNvCxnSpPr>
          <p:nvPr/>
        </p:nvCxnSpPr>
        <p:spPr>
          <a:xfrm>
            <a:off x="2401325" y="2484700"/>
            <a:ext cx="706200" cy="4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5"/>
          <p:cNvCxnSpPr>
            <a:stCxn id="220" idx="6"/>
            <a:endCxn id="221" idx="2"/>
          </p:cNvCxnSpPr>
          <p:nvPr/>
        </p:nvCxnSpPr>
        <p:spPr>
          <a:xfrm flipH="1" rot="10800000">
            <a:off x="2401325" y="2972600"/>
            <a:ext cx="706200" cy="52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5"/>
          <p:cNvCxnSpPr>
            <a:stCxn id="221" idx="6"/>
            <a:endCxn id="222" idx="2"/>
          </p:cNvCxnSpPr>
          <p:nvPr/>
        </p:nvCxnSpPr>
        <p:spPr>
          <a:xfrm flipH="1" rot="10800000">
            <a:off x="3516025" y="2545151"/>
            <a:ext cx="690300" cy="4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5"/>
          <p:cNvCxnSpPr>
            <a:stCxn id="221" idx="6"/>
            <a:endCxn id="223" idx="3"/>
          </p:cNvCxnSpPr>
          <p:nvPr/>
        </p:nvCxnSpPr>
        <p:spPr>
          <a:xfrm>
            <a:off x="3516025" y="2972651"/>
            <a:ext cx="750000" cy="6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5"/>
          <p:cNvCxnSpPr>
            <a:stCxn id="222" idx="6"/>
          </p:cNvCxnSpPr>
          <p:nvPr/>
        </p:nvCxnSpPr>
        <p:spPr>
          <a:xfrm>
            <a:off x="4614850" y="2545288"/>
            <a:ext cx="5910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5"/>
          <p:cNvCxnSpPr>
            <a:stCxn id="223" idx="6"/>
          </p:cNvCxnSpPr>
          <p:nvPr/>
        </p:nvCxnSpPr>
        <p:spPr>
          <a:xfrm>
            <a:off x="4614850" y="3497600"/>
            <a:ext cx="4926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5"/>
          <p:cNvSpPr txBox="1"/>
          <p:nvPr/>
        </p:nvSpPr>
        <p:spPr>
          <a:xfrm>
            <a:off x="2519775" y="22538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2562125" y="3266763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3516025" y="21830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5"/>
          <p:cNvSpPr txBox="1"/>
          <p:nvPr/>
        </p:nvSpPr>
        <p:spPr>
          <a:xfrm>
            <a:off x="3618325" y="34659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4937550" y="210850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4937550" y="30042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1523525" y="22538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1496625" y="3266763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3235375" y="3198150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Автоэнкодеры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2068925" y="23246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2068925" y="33375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3107425" y="2765951"/>
            <a:ext cx="408600" cy="4134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4206250" y="232463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4206250" y="3276950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3" name="Google Shape;253;p6"/>
          <p:cNvCxnSpPr>
            <a:stCxn id="248" idx="6"/>
            <a:endCxn id="250" idx="2"/>
          </p:cNvCxnSpPr>
          <p:nvPr/>
        </p:nvCxnSpPr>
        <p:spPr>
          <a:xfrm>
            <a:off x="2401325" y="2484700"/>
            <a:ext cx="706200" cy="4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6"/>
          <p:cNvCxnSpPr>
            <a:stCxn id="249" idx="6"/>
            <a:endCxn id="250" idx="2"/>
          </p:cNvCxnSpPr>
          <p:nvPr/>
        </p:nvCxnSpPr>
        <p:spPr>
          <a:xfrm flipH="1" rot="10800000">
            <a:off x="2401325" y="2972600"/>
            <a:ext cx="706200" cy="52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6"/>
          <p:cNvCxnSpPr>
            <a:stCxn id="250" idx="6"/>
            <a:endCxn id="251" idx="2"/>
          </p:cNvCxnSpPr>
          <p:nvPr/>
        </p:nvCxnSpPr>
        <p:spPr>
          <a:xfrm flipH="1" rot="10800000">
            <a:off x="3516025" y="2545151"/>
            <a:ext cx="690300" cy="4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6"/>
          <p:cNvCxnSpPr>
            <a:stCxn id="250" idx="6"/>
            <a:endCxn id="252" idx="3"/>
          </p:cNvCxnSpPr>
          <p:nvPr/>
        </p:nvCxnSpPr>
        <p:spPr>
          <a:xfrm>
            <a:off x="3516025" y="2972651"/>
            <a:ext cx="750000" cy="6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6"/>
          <p:cNvCxnSpPr>
            <a:stCxn id="251" idx="6"/>
          </p:cNvCxnSpPr>
          <p:nvPr/>
        </p:nvCxnSpPr>
        <p:spPr>
          <a:xfrm>
            <a:off x="4614850" y="2545288"/>
            <a:ext cx="5910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6"/>
          <p:cNvCxnSpPr>
            <a:stCxn id="252" idx="6"/>
          </p:cNvCxnSpPr>
          <p:nvPr/>
        </p:nvCxnSpPr>
        <p:spPr>
          <a:xfrm>
            <a:off x="4614850" y="3497600"/>
            <a:ext cx="4926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6"/>
          <p:cNvSpPr txBox="1"/>
          <p:nvPr/>
        </p:nvSpPr>
        <p:spPr>
          <a:xfrm>
            <a:off x="2519775" y="22538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2562125" y="3266763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3516025" y="21830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3618325" y="34659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4937550" y="210850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4937550" y="30042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1523525" y="22538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1496625" y="3266763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3235375" y="3198150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1940050" y="407668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+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1940050" y="505793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 w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h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1940050" y="5627063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 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 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6"/>
          <p:cNvSpPr/>
          <p:nvPr/>
        </p:nvSpPr>
        <p:spPr>
          <a:xfrm rot="10800000">
            <a:off x="1677000" y="5057938"/>
            <a:ext cx="243300" cy="114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Автоэнкодеры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2068925" y="23246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2068925" y="33375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3107425" y="2765951"/>
            <a:ext cx="408600" cy="4134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4206250" y="232463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4206250" y="3276950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6" name="Google Shape;286;p7"/>
          <p:cNvCxnSpPr>
            <a:stCxn id="281" idx="6"/>
            <a:endCxn id="283" idx="2"/>
          </p:cNvCxnSpPr>
          <p:nvPr/>
        </p:nvCxnSpPr>
        <p:spPr>
          <a:xfrm>
            <a:off x="2401325" y="2484700"/>
            <a:ext cx="706200" cy="4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7"/>
          <p:cNvCxnSpPr>
            <a:stCxn id="282" idx="6"/>
            <a:endCxn id="283" idx="2"/>
          </p:cNvCxnSpPr>
          <p:nvPr/>
        </p:nvCxnSpPr>
        <p:spPr>
          <a:xfrm flipH="1" rot="10800000">
            <a:off x="2401325" y="2972600"/>
            <a:ext cx="706200" cy="52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7"/>
          <p:cNvCxnSpPr>
            <a:stCxn id="283" idx="6"/>
            <a:endCxn id="284" idx="2"/>
          </p:cNvCxnSpPr>
          <p:nvPr/>
        </p:nvCxnSpPr>
        <p:spPr>
          <a:xfrm flipH="1" rot="10800000">
            <a:off x="3516025" y="2545151"/>
            <a:ext cx="690300" cy="4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7"/>
          <p:cNvCxnSpPr>
            <a:stCxn id="283" idx="6"/>
            <a:endCxn id="285" idx="3"/>
          </p:cNvCxnSpPr>
          <p:nvPr/>
        </p:nvCxnSpPr>
        <p:spPr>
          <a:xfrm>
            <a:off x="3516025" y="2972651"/>
            <a:ext cx="750000" cy="6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7"/>
          <p:cNvCxnSpPr>
            <a:stCxn id="284" idx="6"/>
          </p:cNvCxnSpPr>
          <p:nvPr/>
        </p:nvCxnSpPr>
        <p:spPr>
          <a:xfrm>
            <a:off x="4614850" y="2545288"/>
            <a:ext cx="5910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7"/>
          <p:cNvCxnSpPr>
            <a:stCxn id="285" idx="6"/>
          </p:cNvCxnSpPr>
          <p:nvPr/>
        </p:nvCxnSpPr>
        <p:spPr>
          <a:xfrm>
            <a:off x="4614850" y="3497600"/>
            <a:ext cx="4926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p7"/>
          <p:cNvSpPr txBox="1"/>
          <p:nvPr/>
        </p:nvSpPr>
        <p:spPr>
          <a:xfrm>
            <a:off x="2519775" y="22538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2562125" y="3266763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3516025" y="21830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3618325" y="34659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4937550" y="210850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4937550" y="30042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1523525" y="22538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1496625" y="3266763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3235375" y="3198150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7"/>
          <p:cNvSpPr txBox="1"/>
          <p:nvPr/>
        </p:nvSpPr>
        <p:spPr>
          <a:xfrm>
            <a:off x="1940050" y="407668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+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1940050" y="505793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 w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h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1940050" y="5627063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 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 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7"/>
          <p:cNvSpPr/>
          <p:nvPr/>
        </p:nvSpPr>
        <p:spPr>
          <a:xfrm rot="10800000">
            <a:off x="1677000" y="5057938"/>
            <a:ext cx="243300" cy="114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 txBox="1"/>
          <p:nvPr/>
        </p:nvSpPr>
        <p:spPr>
          <a:xfrm>
            <a:off x="6877825" y="1664063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+ 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6877825" y="2645313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 0.5 * h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7"/>
          <p:cNvSpPr txBox="1"/>
          <p:nvPr/>
        </p:nvSpPr>
        <p:spPr>
          <a:xfrm>
            <a:off x="6877825" y="321443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 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=  0.5 * 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7"/>
          <p:cNvSpPr/>
          <p:nvPr/>
        </p:nvSpPr>
        <p:spPr>
          <a:xfrm rot="10800000">
            <a:off x="6614775" y="2645313"/>
            <a:ext cx="243300" cy="114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 txBox="1"/>
          <p:nvPr/>
        </p:nvSpPr>
        <p:spPr>
          <a:xfrm>
            <a:off x="8778250" y="1664075"/>
            <a:ext cx="164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8858000" y="2645325"/>
            <a:ext cx="17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0,5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Автоэнкодеры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2068925" y="23246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2068925" y="33375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3107425" y="2765951"/>
            <a:ext cx="408600" cy="4134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4206250" y="232463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4206250" y="3276950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5" name="Google Shape;325;p8"/>
          <p:cNvCxnSpPr>
            <a:stCxn id="320" idx="6"/>
            <a:endCxn id="322" idx="2"/>
          </p:cNvCxnSpPr>
          <p:nvPr/>
        </p:nvCxnSpPr>
        <p:spPr>
          <a:xfrm>
            <a:off x="2401325" y="2484700"/>
            <a:ext cx="706200" cy="4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8"/>
          <p:cNvCxnSpPr>
            <a:stCxn id="321" idx="6"/>
            <a:endCxn id="322" idx="2"/>
          </p:cNvCxnSpPr>
          <p:nvPr/>
        </p:nvCxnSpPr>
        <p:spPr>
          <a:xfrm flipH="1" rot="10800000">
            <a:off x="2401325" y="2972600"/>
            <a:ext cx="706200" cy="52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8"/>
          <p:cNvCxnSpPr>
            <a:stCxn id="322" idx="6"/>
            <a:endCxn id="323" idx="2"/>
          </p:cNvCxnSpPr>
          <p:nvPr/>
        </p:nvCxnSpPr>
        <p:spPr>
          <a:xfrm flipH="1" rot="10800000">
            <a:off x="3516025" y="2545151"/>
            <a:ext cx="690300" cy="4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8"/>
          <p:cNvCxnSpPr>
            <a:stCxn id="322" idx="6"/>
            <a:endCxn id="324" idx="3"/>
          </p:cNvCxnSpPr>
          <p:nvPr/>
        </p:nvCxnSpPr>
        <p:spPr>
          <a:xfrm>
            <a:off x="3516025" y="2972651"/>
            <a:ext cx="750000" cy="6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8"/>
          <p:cNvCxnSpPr>
            <a:stCxn id="323" idx="6"/>
          </p:cNvCxnSpPr>
          <p:nvPr/>
        </p:nvCxnSpPr>
        <p:spPr>
          <a:xfrm>
            <a:off x="4614850" y="2545288"/>
            <a:ext cx="5910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8"/>
          <p:cNvCxnSpPr>
            <a:stCxn id="324" idx="6"/>
          </p:cNvCxnSpPr>
          <p:nvPr/>
        </p:nvCxnSpPr>
        <p:spPr>
          <a:xfrm>
            <a:off x="4614850" y="3497600"/>
            <a:ext cx="4926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8"/>
          <p:cNvSpPr txBox="1"/>
          <p:nvPr/>
        </p:nvSpPr>
        <p:spPr>
          <a:xfrm>
            <a:off x="2519775" y="22538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2562125" y="3266763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3516025" y="21830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3618325" y="34659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4937550" y="210850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4937550" y="30042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1523525" y="22538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1496625" y="3266763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8"/>
          <p:cNvSpPr txBox="1"/>
          <p:nvPr/>
        </p:nvSpPr>
        <p:spPr>
          <a:xfrm>
            <a:off x="3235375" y="3198150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1940050" y="407668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+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1940050" y="505793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 w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h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8"/>
          <p:cNvSpPr txBox="1"/>
          <p:nvPr/>
        </p:nvSpPr>
        <p:spPr>
          <a:xfrm>
            <a:off x="1940050" y="5627063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 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 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8"/>
          <p:cNvSpPr/>
          <p:nvPr/>
        </p:nvSpPr>
        <p:spPr>
          <a:xfrm rot="10800000">
            <a:off x="1677000" y="5057938"/>
            <a:ext cx="243300" cy="114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 txBox="1"/>
          <p:nvPr/>
        </p:nvSpPr>
        <p:spPr>
          <a:xfrm>
            <a:off x="6877825" y="1664063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+ 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8"/>
          <p:cNvSpPr txBox="1"/>
          <p:nvPr/>
        </p:nvSpPr>
        <p:spPr>
          <a:xfrm>
            <a:off x="6877825" y="2645313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 0.5 * h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8"/>
          <p:cNvSpPr txBox="1"/>
          <p:nvPr/>
        </p:nvSpPr>
        <p:spPr>
          <a:xfrm>
            <a:off x="6877825" y="321443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 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=  0.5 * 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8"/>
          <p:cNvSpPr/>
          <p:nvPr/>
        </p:nvSpPr>
        <p:spPr>
          <a:xfrm rot="10800000">
            <a:off x="6614775" y="2645313"/>
            <a:ext cx="243300" cy="114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 txBox="1"/>
          <p:nvPr/>
        </p:nvSpPr>
        <p:spPr>
          <a:xfrm>
            <a:off x="8778250" y="1664075"/>
            <a:ext cx="164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9" name="Google Shape;349;p8"/>
          <p:cNvCxnSpPr/>
          <p:nvPr/>
        </p:nvCxnSpPr>
        <p:spPr>
          <a:xfrm rot="10800000">
            <a:off x="6985075" y="4051000"/>
            <a:ext cx="15600" cy="240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8"/>
          <p:cNvCxnSpPr/>
          <p:nvPr/>
        </p:nvCxnSpPr>
        <p:spPr>
          <a:xfrm>
            <a:off x="5802575" y="5715000"/>
            <a:ext cx="32844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" name="Google Shape;351;p8"/>
          <p:cNvCxnSpPr/>
          <p:nvPr/>
        </p:nvCxnSpPr>
        <p:spPr>
          <a:xfrm flipH="1" rot="10800000">
            <a:off x="6382850" y="4269800"/>
            <a:ext cx="2003400" cy="21021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8"/>
          <p:cNvSpPr/>
          <p:nvPr/>
        </p:nvSpPr>
        <p:spPr>
          <a:xfrm>
            <a:off x="6514350" y="6109275"/>
            <a:ext cx="136200" cy="1287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7296900" y="5256500"/>
            <a:ext cx="136200" cy="1287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7661225" y="4900200"/>
            <a:ext cx="136200" cy="1287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 txBox="1"/>
          <p:nvPr/>
        </p:nvSpPr>
        <p:spPr>
          <a:xfrm>
            <a:off x="8253775" y="505793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=  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+ 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6" name="Google Shape;356;p8"/>
          <p:cNvCxnSpPr>
            <a:stCxn id="354" idx="4"/>
            <a:endCxn id="355" idx="1"/>
          </p:cNvCxnSpPr>
          <p:nvPr/>
        </p:nvCxnSpPr>
        <p:spPr>
          <a:xfrm>
            <a:off x="7729325" y="5028900"/>
            <a:ext cx="524400" cy="25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8"/>
          <p:cNvCxnSpPr>
            <a:stCxn id="353" idx="6"/>
            <a:endCxn id="355" idx="1"/>
          </p:cNvCxnSpPr>
          <p:nvPr/>
        </p:nvCxnSpPr>
        <p:spPr>
          <a:xfrm flipH="1" rot="10800000">
            <a:off x="7433100" y="5288750"/>
            <a:ext cx="820800" cy="3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8"/>
          <p:cNvCxnSpPr>
            <a:stCxn id="353" idx="2"/>
          </p:cNvCxnSpPr>
          <p:nvPr/>
        </p:nvCxnSpPr>
        <p:spPr>
          <a:xfrm flipH="1">
            <a:off x="6991800" y="5320850"/>
            <a:ext cx="3051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8"/>
          <p:cNvCxnSpPr>
            <a:stCxn id="354" idx="2"/>
          </p:cNvCxnSpPr>
          <p:nvPr/>
        </p:nvCxnSpPr>
        <p:spPr>
          <a:xfrm flipH="1">
            <a:off x="6998825" y="4964550"/>
            <a:ext cx="6624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8"/>
          <p:cNvCxnSpPr>
            <a:stCxn id="353" idx="4"/>
          </p:cNvCxnSpPr>
          <p:nvPr/>
        </p:nvCxnSpPr>
        <p:spPr>
          <a:xfrm>
            <a:off x="7365000" y="5385200"/>
            <a:ext cx="6600" cy="33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8"/>
          <p:cNvCxnSpPr>
            <a:stCxn id="354" idx="4"/>
          </p:cNvCxnSpPr>
          <p:nvPr/>
        </p:nvCxnSpPr>
        <p:spPr>
          <a:xfrm>
            <a:off x="7729325" y="5028900"/>
            <a:ext cx="45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362" name="Google Shape;362;p8"/>
          <p:cNvSpPr txBox="1"/>
          <p:nvPr/>
        </p:nvSpPr>
        <p:spPr>
          <a:xfrm>
            <a:off x="7229350" y="5776275"/>
            <a:ext cx="3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8"/>
          <p:cNvSpPr txBox="1"/>
          <p:nvPr/>
        </p:nvSpPr>
        <p:spPr>
          <a:xfrm>
            <a:off x="7592350" y="5776275"/>
            <a:ext cx="3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8"/>
          <p:cNvSpPr txBox="1"/>
          <p:nvPr/>
        </p:nvSpPr>
        <p:spPr>
          <a:xfrm>
            <a:off x="6614775" y="5208475"/>
            <a:ext cx="3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8"/>
          <p:cNvSpPr txBox="1"/>
          <p:nvPr/>
        </p:nvSpPr>
        <p:spPr>
          <a:xfrm>
            <a:off x="6554925" y="4736250"/>
            <a:ext cx="3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8"/>
          <p:cNvSpPr txBox="1"/>
          <p:nvPr/>
        </p:nvSpPr>
        <p:spPr>
          <a:xfrm>
            <a:off x="8858000" y="2645325"/>
            <a:ext cx="17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0,5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Автоэнкодеры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2068925" y="23246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2068925" y="33375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3107425" y="2765951"/>
            <a:ext cx="408600" cy="4134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4206250" y="232463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4206250" y="3276950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1" name="Google Shape;381;p9"/>
          <p:cNvCxnSpPr>
            <a:stCxn id="376" idx="6"/>
            <a:endCxn id="378" idx="2"/>
          </p:cNvCxnSpPr>
          <p:nvPr/>
        </p:nvCxnSpPr>
        <p:spPr>
          <a:xfrm>
            <a:off x="2401325" y="2484700"/>
            <a:ext cx="706200" cy="4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9"/>
          <p:cNvCxnSpPr>
            <a:stCxn id="377" idx="6"/>
            <a:endCxn id="378" idx="2"/>
          </p:cNvCxnSpPr>
          <p:nvPr/>
        </p:nvCxnSpPr>
        <p:spPr>
          <a:xfrm flipH="1" rot="10800000">
            <a:off x="2401325" y="2972600"/>
            <a:ext cx="706200" cy="52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9"/>
          <p:cNvCxnSpPr>
            <a:stCxn id="378" idx="6"/>
            <a:endCxn id="379" idx="2"/>
          </p:cNvCxnSpPr>
          <p:nvPr/>
        </p:nvCxnSpPr>
        <p:spPr>
          <a:xfrm flipH="1" rot="10800000">
            <a:off x="3516025" y="2545151"/>
            <a:ext cx="690300" cy="4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9"/>
          <p:cNvCxnSpPr>
            <a:stCxn id="378" idx="6"/>
            <a:endCxn id="380" idx="3"/>
          </p:cNvCxnSpPr>
          <p:nvPr/>
        </p:nvCxnSpPr>
        <p:spPr>
          <a:xfrm>
            <a:off x="3516025" y="2972651"/>
            <a:ext cx="750000" cy="6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9"/>
          <p:cNvCxnSpPr>
            <a:stCxn id="379" idx="6"/>
          </p:cNvCxnSpPr>
          <p:nvPr/>
        </p:nvCxnSpPr>
        <p:spPr>
          <a:xfrm>
            <a:off x="4614850" y="2545288"/>
            <a:ext cx="591000" cy="2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9"/>
          <p:cNvCxnSpPr>
            <a:stCxn id="380" idx="6"/>
          </p:cNvCxnSpPr>
          <p:nvPr/>
        </p:nvCxnSpPr>
        <p:spPr>
          <a:xfrm>
            <a:off x="4614850" y="3497600"/>
            <a:ext cx="4926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9"/>
          <p:cNvSpPr txBox="1"/>
          <p:nvPr/>
        </p:nvSpPr>
        <p:spPr>
          <a:xfrm>
            <a:off x="2519775" y="22538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9"/>
          <p:cNvSpPr txBox="1"/>
          <p:nvPr/>
        </p:nvSpPr>
        <p:spPr>
          <a:xfrm>
            <a:off x="2562125" y="3266763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9"/>
          <p:cNvSpPr txBox="1"/>
          <p:nvPr/>
        </p:nvSpPr>
        <p:spPr>
          <a:xfrm>
            <a:off x="3516025" y="21830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9"/>
          <p:cNvSpPr txBox="1"/>
          <p:nvPr/>
        </p:nvSpPr>
        <p:spPr>
          <a:xfrm>
            <a:off x="3618325" y="34659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9"/>
          <p:cNvSpPr txBox="1"/>
          <p:nvPr/>
        </p:nvSpPr>
        <p:spPr>
          <a:xfrm>
            <a:off x="4937550" y="210850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9"/>
          <p:cNvSpPr txBox="1"/>
          <p:nvPr/>
        </p:nvSpPr>
        <p:spPr>
          <a:xfrm>
            <a:off x="4937550" y="30042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9"/>
          <p:cNvSpPr txBox="1"/>
          <p:nvPr/>
        </p:nvSpPr>
        <p:spPr>
          <a:xfrm>
            <a:off x="1523525" y="2253850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9"/>
          <p:cNvSpPr txBox="1"/>
          <p:nvPr/>
        </p:nvSpPr>
        <p:spPr>
          <a:xfrm>
            <a:off x="1496625" y="3266763"/>
            <a:ext cx="54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9"/>
          <p:cNvSpPr txBox="1"/>
          <p:nvPr/>
        </p:nvSpPr>
        <p:spPr>
          <a:xfrm>
            <a:off x="3235375" y="3198150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9"/>
          <p:cNvSpPr txBox="1"/>
          <p:nvPr/>
        </p:nvSpPr>
        <p:spPr>
          <a:xfrm>
            <a:off x="1940050" y="407668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+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9"/>
          <p:cNvSpPr txBox="1"/>
          <p:nvPr/>
        </p:nvSpPr>
        <p:spPr>
          <a:xfrm>
            <a:off x="1940050" y="505793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 w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h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9"/>
          <p:cNvSpPr txBox="1"/>
          <p:nvPr/>
        </p:nvSpPr>
        <p:spPr>
          <a:xfrm>
            <a:off x="1940050" y="5627063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 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* 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9"/>
          <p:cNvSpPr/>
          <p:nvPr/>
        </p:nvSpPr>
        <p:spPr>
          <a:xfrm rot="10800000">
            <a:off x="1677000" y="5057938"/>
            <a:ext cx="243300" cy="114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 txBox="1"/>
          <p:nvPr/>
        </p:nvSpPr>
        <p:spPr>
          <a:xfrm>
            <a:off x="6877825" y="1664063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+ x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9"/>
          <p:cNvSpPr txBox="1"/>
          <p:nvPr/>
        </p:nvSpPr>
        <p:spPr>
          <a:xfrm>
            <a:off x="6877825" y="2645313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 0.5 * h</a:t>
            </a:r>
            <a:r>
              <a:rPr baseline="-25000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9"/>
          <p:cNvSpPr txBox="1"/>
          <p:nvPr/>
        </p:nvSpPr>
        <p:spPr>
          <a:xfrm>
            <a:off x="6877825" y="321443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 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=  0.5 * 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9"/>
          <p:cNvSpPr/>
          <p:nvPr/>
        </p:nvSpPr>
        <p:spPr>
          <a:xfrm rot="10800000">
            <a:off x="6614775" y="2645313"/>
            <a:ext cx="243300" cy="114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 txBox="1"/>
          <p:nvPr/>
        </p:nvSpPr>
        <p:spPr>
          <a:xfrm>
            <a:off x="8778250" y="1664075"/>
            <a:ext cx="164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 w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 = 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5" name="Google Shape;405;p9"/>
          <p:cNvCxnSpPr/>
          <p:nvPr/>
        </p:nvCxnSpPr>
        <p:spPr>
          <a:xfrm rot="10800000">
            <a:off x="6985075" y="4051000"/>
            <a:ext cx="15600" cy="240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9"/>
          <p:cNvCxnSpPr/>
          <p:nvPr/>
        </p:nvCxnSpPr>
        <p:spPr>
          <a:xfrm>
            <a:off x="5802575" y="5715000"/>
            <a:ext cx="32844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9"/>
          <p:cNvCxnSpPr/>
          <p:nvPr/>
        </p:nvCxnSpPr>
        <p:spPr>
          <a:xfrm flipH="1" rot="10800000">
            <a:off x="6382850" y="4269800"/>
            <a:ext cx="2003400" cy="21021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9"/>
          <p:cNvSpPr/>
          <p:nvPr/>
        </p:nvSpPr>
        <p:spPr>
          <a:xfrm>
            <a:off x="6514350" y="6109275"/>
            <a:ext cx="136200" cy="1287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7611775" y="4956600"/>
            <a:ext cx="136200" cy="1287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7234175" y="4743750"/>
            <a:ext cx="136200" cy="1287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 txBox="1"/>
          <p:nvPr/>
        </p:nvSpPr>
        <p:spPr>
          <a:xfrm>
            <a:off x="6572175" y="4861275"/>
            <a:ext cx="3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9"/>
          <p:cNvSpPr txBox="1"/>
          <p:nvPr/>
        </p:nvSpPr>
        <p:spPr>
          <a:xfrm>
            <a:off x="7538425" y="5715000"/>
            <a:ext cx="3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9"/>
          <p:cNvSpPr txBox="1"/>
          <p:nvPr/>
        </p:nvSpPr>
        <p:spPr>
          <a:xfrm>
            <a:off x="6654275" y="5188350"/>
            <a:ext cx="27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9"/>
          <p:cNvSpPr txBox="1"/>
          <p:nvPr/>
        </p:nvSpPr>
        <p:spPr>
          <a:xfrm>
            <a:off x="7175425" y="5715000"/>
            <a:ext cx="3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9"/>
          <p:cNvSpPr txBox="1"/>
          <p:nvPr/>
        </p:nvSpPr>
        <p:spPr>
          <a:xfrm>
            <a:off x="6654275" y="4601250"/>
            <a:ext cx="3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6" name="Google Shape;416;p9"/>
          <p:cNvCxnSpPr>
            <a:stCxn id="410" idx="2"/>
          </p:cNvCxnSpPr>
          <p:nvPr/>
        </p:nvCxnSpPr>
        <p:spPr>
          <a:xfrm rot="10800000">
            <a:off x="6998675" y="4807500"/>
            <a:ext cx="2355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9"/>
          <p:cNvCxnSpPr>
            <a:stCxn id="410" idx="4"/>
          </p:cNvCxnSpPr>
          <p:nvPr/>
        </p:nvCxnSpPr>
        <p:spPr>
          <a:xfrm>
            <a:off x="7302275" y="4872450"/>
            <a:ext cx="10500" cy="86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418" name="Google Shape;418;p9"/>
          <p:cNvSpPr/>
          <p:nvPr/>
        </p:nvSpPr>
        <p:spPr>
          <a:xfrm>
            <a:off x="7239425" y="5322975"/>
            <a:ext cx="136200" cy="1287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9" name="Google Shape;419;p9"/>
          <p:cNvCxnSpPr>
            <a:stCxn id="418" idx="2"/>
          </p:cNvCxnSpPr>
          <p:nvPr/>
        </p:nvCxnSpPr>
        <p:spPr>
          <a:xfrm flipH="1">
            <a:off x="6995225" y="5387325"/>
            <a:ext cx="2442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9"/>
          <p:cNvCxnSpPr/>
          <p:nvPr/>
        </p:nvCxnSpPr>
        <p:spPr>
          <a:xfrm>
            <a:off x="7679875" y="5085300"/>
            <a:ext cx="5700" cy="66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9"/>
          <p:cNvCxnSpPr>
            <a:stCxn id="409" idx="2"/>
          </p:cNvCxnSpPr>
          <p:nvPr/>
        </p:nvCxnSpPr>
        <p:spPr>
          <a:xfrm flipH="1">
            <a:off x="6998875" y="5020950"/>
            <a:ext cx="6129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9"/>
          <p:cNvCxnSpPr>
            <a:stCxn id="410" idx="6"/>
            <a:endCxn id="409" idx="1"/>
          </p:cNvCxnSpPr>
          <p:nvPr/>
        </p:nvCxnSpPr>
        <p:spPr>
          <a:xfrm>
            <a:off x="7370375" y="4808100"/>
            <a:ext cx="261300" cy="16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Решение: скрытый слой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1834850" y="16880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3045050" y="1886176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5951725" y="2175725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1834850" y="2236313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1834850" y="27845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1834850" y="333282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1834850" y="38810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1834850" y="49775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3045050" y="2514101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3045050" y="3200889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3045050" y="4574501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4116875" y="2232176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4116875" y="2908051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4116875" y="4194314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5034300" y="2644751"/>
            <a:ext cx="408600" cy="4134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5034300" y="3614289"/>
            <a:ext cx="408600" cy="4134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5951725" y="286588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5951725" y="4113750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7003550" y="1801513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7003550" y="2491675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7003500" y="320173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7003563" y="4561388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8055350" y="1688063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8055350" y="223632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8055350" y="278458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8055350" y="333283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8055350" y="388108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8055350" y="497758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0" name="Google Shape;460;p10"/>
          <p:cNvCxnSpPr>
            <a:stCxn id="432" idx="6"/>
            <a:endCxn id="433" idx="2"/>
          </p:cNvCxnSpPr>
          <p:nvPr/>
        </p:nvCxnSpPr>
        <p:spPr>
          <a:xfrm>
            <a:off x="2167250" y="1848100"/>
            <a:ext cx="877800" cy="24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10"/>
          <p:cNvCxnSpPr>
            <a:stCxn id="435" idx="6"/>
            <a:endCxn id="440" idx="2"/>
          </p:cNvCxnSpPr>
          <p:nvPr/>
        </p:nvCxnSpPr>
        <p:spPr>
          <a:xfrm>
            <a:off x="2167250" y="2396363"/>
            <a:ext cx="877800" cy="3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10"/>
          <p:cNvCxnSpPr>
            <a:stCxn id="432" idx="6"/>
            <a:endCxn id="440" idx="2"/>
          </p:cNvCxnSpPr>
          <p:nvPr/>
        </p:nvCxnSpPr>
        <p:spPr>
          <a:xfrm>
            <a:off x="2167250" y="1848100"/>
            <a:ext cx="877800" cy="8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10"/>
          <p:cNvCxnSpPr>
            <a:stCxn id="432" idx="6"/>
            <a:endCxn id="441" idx="2"/>
          </p:cNvCxnSpPr>
          <p:nvPr/>
        </p:nvCxnSpPr>
        <p:spPr>
          <a:xfrm>
            <a:off x="2167250" y="1848100"/>
            <a:ext cx="877800" cy="15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10"/>
          <p:cNvCxnSpPr>
            <a:stCxn id="432" idx="6"/>
            <a:endCxn id="442" idx="2"/>
          </p:cNvCxnSpPr>
          <p:nvPr/>
        </p:nvCxnSpPr>
        <p:spPr>
          <a:xfrm>
            <a:off x="2167250" y="1848100"/>
            <a:ext cx="877800" cy="29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10"/>
          <p:cNvCxnSpPr>
            <a:stCxn id="435" idx="6"/>
            <a:endCxn id="433" idx="2"/>
          </p:cNvCxnSpPr>
          <p:nvPr/>
        </p:nvCxnSpPr>
        <p:spPr>
          <a:xfrm flipH="1" rot="10800000">
            <a:off x="2167250" y="2092763"/>
            <a:ext cx="877800" cy="30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10"/>
          <p:cNvCxnSpPr>
            <a:stCxn id="435" idx="6"/>
            <a:endCxn id="441" idx="2"/>
          </p:cNvCxnSpPr>
          <p:nvPr/>
        </p:nvCxnSpPr>
        <p:spPr>
          <a:xfrm>
            <a:off x="2167250" y="2396363"/>
            <a:ext cx="877800" cy="101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10"/>
          <p:cNvCxnSpPr>
            <a:stCxn id="436" idx="6"/>
            <a:endCxn id="433" idx="2"/>
          </p:cNvCxnSpPr>
          <p:nvPr/>
        </p:nvCxnSpPr>
        <p:spPr>
          <a:xfrm flipH="1" rot="10800000">
            <a:off x="2167250" y="2092925"/>
            <a:ext cx="877800" cy="8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10"/>
          <p:cNvCxnSpPr>
            <a:stCxn id="436" idx="6"/>
            <a:endCxn id="440" idx="2"/>
          </p:cNvCxnSpPr>
          <p:nvPr/>
        </p:nvCxnSpPr>
        <p:spPr>
          <a:xfrm flipH="1" rot="10800000">
            <a:off x="2167250" y="2720825"/>
            <a:ext cx="877800" cy="22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10"/>
          <p:cNvCxnSpPr>
            <a:stCxn id="436" idx="6"/>
            <a:endCxn id="441" idx="2"/>
          </p:cNvCxnSpPr>
          <p:nvPr/>
        </p:nvCxnSpPr>
        <p:spPr>
          <a:xfrm>
            <a:off x="2167250" y="2944625"/>
            <a:ext cx="877800" cy="4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10"/>
          <p:cNvCxnSpPr>
            <a:stCxn id="436" idx="6"/>
            <a:endCxn id="442" idx="3"/>
          </p:cNvCxnSpPr>
          <p:nvPr/>
        </p:nvCxnSpPr>
        <p:spPr>
          <a:xfrm>
            <a:off x="2167250" y="2944625"/>
            <a:ext cx="937500" cy="19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10"/>
          <p:cNvCxnSpPr>
            <a:stCxn id="437" idx="6"/>
            <a:endCxn id="433" idx="2"/>
          </p:cNvCxnSpPr>
          <p:nvPr/>
        </p:nvCxnSpPr>
        <p:spPr>
          <a:xfrm flipH="1" rot="10800000">
            <a:off x="2167250" y="2092775"/>
            <a:ext cx="877800" cy="14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10"/>
          <p:cNvCxnSpPr>
            <a:stCxn id="437" idx="6"/>
            <a:endCxn id="440" idx="2"/>
          </p:cNvCxnSpPr>
          <p:nvPr/>
        </p:nvCxnSpPr>
        <p:spPr>
          <a:xfrm flipH="1" rot="10800000">
            <a:off x="2167250" y="2720675"/>
            <a:ext cx="877800" cy="77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10"/>
          <p:cNvCxnSpPr>
            <a:stCxn id="437" idx="6"/>
            <a:endCxn id="441" idx="2"/>
          </p:cNvCxnSpPr>
          <p:nvPr/>
        </p:nvCxnSpPr>
        <p:spPr>
          <a:xfrm flipH="1" rot="10800000">
            <a:off x="2167250" y="3407675"/>
            <a:ext cx="877800" cy="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10"/>
          <p:cNvCxnSpPr>
            <a:stCxn id="437" idx="6"/>
            <a:endCxn id="442" idx="2"/>
          </p:cNvCxnSpPr>
          <p:nvPr/>
        </p:nvCxnSpPr>
        <p:spPr>
          <a:xfrm>
            <a:off x="2167250" y="3492875"/>
            <a:ext cx="877800" cy="128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10"/>
          <p:cNvCxnSpPr>
            <a:stCxn id="438" idx="6"/>
            <a:endCxn id="433" idx="2"/>
          </p:cNvCxnSpPr>
          <p:nvPr/>
        </p:nvCxnSpPr>
        <p:spPr>
          <a:xfrm flipH="1" rot="10800000">
            <a:off x="2167250" y="2092925"/>
            <a:ext cx="877800" cy="194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10"/>
          <p:cNvCxnSpPr>
            <a:stCxn id="438" idx="6"/>
            <a:endCxn id="440" idx="2"/>
          </p:cNvCxnSpPr>
          <p:nvPr/>
        </p:nvCxnSpPr>
        <p:spPr>
          <a:xfrm flipH="1" rot="10800000">
            <a:off x="2167250" y="2720825"/>
            <a:ext cx="877800" cy="132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10"/>
          <p:cNvCxnSpPr>
            <a:stCxn id="438" idx="6"/>
            <a:endCxn id="441" idx="2"/>
          </p:cNvCxnSpPr>
          <p:nvPr/>
        </p:nvCxnSpPr>
        <p:spPr>
          <a:xfrm flipH="1" rot="10800000">
            <a:off x="2167250" y="3407525"/>
            <a:ext cx="877800" cy="6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10"/>
          <p:cNvCxnSpPr>
            <a:stCxn id="438" idx="6"/>
            <a:endCxn id="442" idx="2"/>
          </p:cNvCxnSpPr>
          <p:nvPr/>
        </p:nvCxnSpPr>
        <p:spPr>
          <a:xfrm>
            <a:off x="2167250" y="4041125"/>
            <a:ext cx="877800" cy="7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10"/>
          <p:cNvCxnSpPr>
            <a:stCxn id="439" idx="6"/>
            <a:endCxn id="433" idx="2"/>
          </p:cNvCxnSpPr>
          <p:nvPr/>
        </p:nvCxnSpPr>
        <p:spPr>
          <a:xfrm flipH="1" rot="10800000">
            <a:off x="2167250" y="2092925"/>
            <a:ext cx="877800" cy="30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10"/>
          <p:cNvCxnSpPr>
            <a:stCxn id="439" idx="6"/>
            <a:endCxn id="440" idx="2"/>
          </p:cNvCxnSpPr>
          <p:nvPr/>
        </p:nvCxnSpPr>
        <p:spPr>
          <a:xfrm flipH="1" rot="10800000">
            <a:off x="2167250" y="2720825"/>
            <a:ext cx="877800" cy="24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10"/>
          <p:cNvCxnSpPr>
            <a:stCxn id="439" idx="6"/>
            <a:endCxn id="441" idx="2"/>
          </p:cNvCxnSpPr>
          <p:nvPr/>
        </p:nvCxnSpPr>
        <p:spPr>
          <a:xfrm flipH="1" rot="10800000">
            <a:off x="2167250" y="3407525"/>
            <a:ext cx="877800" cy="17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10"/>
          <p:cNvCxnSpPr>
            <a:stCxn id="439" idx="6"/>
            <a:endCxn id="442" idx="2"/>
          </p:cNvCxnSpPr>
          <p:nvPr/>
        </p:nvCxnSpPr>
        <p:spPr>
          <a:xfrm flipH="1" rot="10800000">
            <a:off x="2167250" y="4781225"/>
            <a:ext cx="877800" cy="35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10"/>
          <p:cNvCxnSpPr>
            <a:stCxn id="433" idx="6"/>
            <a:endCxn id="443" idx="2"/>
          </p:cNvCxnSpPr>
          <p:nvPr/>
        </p:nvCxnSpPr>
        <p:spPr>
          <a:xfrm>
            <a:off x="3453650" y="2092876"/>
            <a:ext cx="663300" cy="34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10"/>
          <p:cNvCxnSpPr>
            <a:stCxn id="433" idx="6"/>
            <a:endCxn id="444" idx="2"/>
          </p:cNvCxnSpPr>
          <p:nvPr/>
        </p:nvCxnSpPr>
        <p:spPr>
          <a:xfrm>
            <a:off x="3453650" y="2092876"/>
            <a:ext cx="663300" cy="102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10"/>
          <p:cNvCxnSpPr>
            <a:stCxn id="433" idx="6"/>
            <a:endCxn id="445" idx="2"/>
          </p:cNvCxnSpPr>
          <p:nvPr/>
        </p:nvCxnSpPr>
        <p:spPr>
          <a:xfrm>
            <a:off x="3453650" y="2092876"/>
            <a:ext cx="663300" cy="230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10"/>
          <p:cNvCxnSpPr>
            <a:stCxn id="440" idx="6"/>
            <a:endCxn id="443" idx="2"/>
          </p:cNvCxnSpPr>
          <p:nvPr/>
        </p:nvCxnSpPr>
        <p:spPr>
          <a:xfrm flipH="1" rot="10800000">
            <a:off x="3453650" y="2438801"/>
            <a:ext cx="6633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10"/>
          <p:cNvCxnSpPr>
            <a:stCxn id="440" idx="6"/>
            <a:endCxn id="444" idx="2"/>
          </p:cNvCxnSpPr>
          <p:nvPr/>
        </p:nvCxnSpPr>
        <p:spPr>
          <a:xfrm>
            <a:off x="3453650" y="2720801"/>
            <a:ext cx="663300" cy="3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10"/>
          <p:cNvCxnSpPr>
            <a:stCxn id="440" idx="6"/>
            <a:endCxn id="445" idx="2"/>
          </p:cNvCxnSpPr>
          <p:nvPr/>
        </p:nvCxnSpPr>
        <p:spPr>
          <a:xfrm>
            <a:off x="3453650" y="2720801"/>
            <a:ext cx="663300" cy="16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10"/>
          <p:cNvCxnSpPr>
            <a:stCxn id="441" idx="6"/>
            <a:endCxn id="443" idx="2"/>
          </p:cNvCxnSpPr>
          <p:nvPr/>
        </p:nvCxnSpPr>
        <p:spPr>
          <a:xfrm flipH="1" rot="10800000">
            <a:off x="3453650" y="2438889"/>
            <a:ext cx="663300" cy="96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10"/>
          <p:cNvCxnSpPr>
            <a:stCxn id="441" idx="6"/>
            <a:endCxn id="444" idx="2"/>
          </p:cNvCxnSpPr>
          <p:nvPr/>
        </p:nvCxnSpPr>
        <p:spPr>
          <a:xfrm flipH="1" rot="10800000">
            <a:off x="3453650" y="3114789"/>
            <a:ext cx="663300" cy="29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10"/>
          <p:cNvCxnSpPr>
            <a:stCxn id="441" idx="6"/>
            <a:endCxn id="445" idx="2"/>
          </p:cNvCxnSpPr>
          <p:nvPr/>
        </p:nvCxnSpPr>
        <p:spPr>
          <a:xfrm>
            <a:off x="3453650" y="3407589"/>
            <a:ext cx="663300" cy="9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10"/>
          <p:cNvCxnSpPr>
            <a:stCxn id="442" idx="6"/>
            <a:endCxn id="443" idx="2"/>
          </p:cNvCxnSpPr>
          <p:nvPr/>
        </p:nvCxnSpPr>
        <p:spPr>
          <a:xfrm flipH="1" rot="10800000">
            <a:off x="3453650" y="2438801"/>
            <a:ext cx="663300" cy="23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10"/>
          <p:cNvCxnSpPr>
            <a:stCxn id="442" idx="6"/>
            <a:endCxn id="444" idx="2"/>
          </p:cNvCxnSpPr>
          <p:nvPr/>
        </p:nvCxnSpPr>
        <p:spPr>
          <a:xfrm flipH="1" rot="10800000">
            <a:off x="3453650" y="3114701"/>
            <a:ext cx="663300" cy="166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10"/>
          <p:cNvCxnSpPr>
            <a:stCxn id="442" idx="6"/>
            <a:endCxn id="445" idx="2"/>
          </p:cNvCxnSpPr>
          <p:nvPr/>
        </p:nvCxnSpPr>
        <p:spPr>
          <a:xfrm flipH="1" rot="10800000">
            <a:off x="3453650" y="4401101"/>
            <a:ext cx="663300" cy="3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10"/>
          <p:cNvCxnSpPr>
            <a:stCxn id="443" idx="6"/>
            <a:endCxn id="446" idx="2"/>
          </p:cNvCxnSpPr>
          <p:nvPr/>
        </p:nvCxnSpPr>
        <p:spPr>
          <a:xfrm>
            <a:off x="4525475" y="2438876"/>
            <a:ext cx="508800" cy="41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10"/>
          <p:cNvCxnSpPr>
            <a:stCxn id="443" idx="6"/>
            <a:endCxn id="447" idx="2"/>
          </p:cNvCxnSpPr>
          <p:nvPr/>
        </p:nvCxnSpPr>
        <p:spPr>
          <a:xfrm>
            <a:off x="4525475" y="2438876"/>
            <a:ext cx="508800" cy="138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10"/>
          <p:cNvCxnSpPr>
            <a:stCxn id="446" idx="6"/>
            <a:endCxn id="434" idx="2"/>
          </p:cNvCxnSpPr>
          <p:nvPr/>
        </p:nvCxnSpPr>
        <p:spPr>
          <a:xfrm flipH="1" rot="10800000">
            <a:off x="5442900" y="2396351"/>
            <a:ext cx="508800" cy="45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10"/>
          <p:cNvCxnSpPr>
            <a:stCxn id="446" idx="2"/>
            <a:endCxn id="444" idx="6"/>
          </p:cNvCxnSpPr>
          <p:nvPr/>
        </p:nvCxnSpPr>
        <p:spPr>
          <a:xfrm flipH="1">
            <a:off x="4525500" y="2851451"/>
            <a:ext cx="508800" cy="26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10"/>
          <p:cNvCxnSpPr>
            <a:stCxn id="447" idx="2"/>
            <a:endCxn id="444" idx="6"/>
          </p:cNvCxnSpPr>
          <p:nvPr/>
        </p:nvCxnSpPr>
        <p:spPr>
          <a:xfrm rot="10800000">
            <a:off x="4525500" y="3114789"/>
            <a:ext cx="508800" cy="70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10"/>
          <p:cNvCxnSpPr>
            <a:stCxn id="446" idx="2"/>
            <a:endCxn id="445" idx="6"/>
          </p:cNvCxnSpPr>
          <p:nvPr/>
        </p:nvCxnSpPr>
        <p:spPr>
          <a:xfrm flipH="1">
            <a:off x="4525500" y="2851451"/>
            <a:ext cx="508800" cy="15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10"/>
          <p:cNvCxnSpPr>
            <a:stCxn id="447" idx="2"/>
            <a:endCxn id="445" idx="6"/>
          </p:cNvCxnSpPr>
          <p:nvPr/>
        </p:nvCxnSpPr>
        <p:spPr>
          <a:xfrm flipH="1">
            <a:off x="4525500" y="3820989"/>
            <a:ext cx="508800" cy="57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10"/>
          <p:cNvCxnSpPr>
            <a:stCxn id="448" idx="2"/>
            <a:endCxn id="446" idx="6"/>
          </p:cNvCxnSpPr>
          <p:nvPr/>
        </p:nvCxnSpPr>
        <p:spPr>
          <a:xfrm rot="10800000">
            <a:off x="5442925" y="2851338"/>
            <a:ext cx="508800" cy="2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10"/>
          <p:cNvCxnSpPr>
            <a:stCxn id="446" idx="6"/>
            <a:endCxn id="449" idx="2"/>
          </p:cNvCxnSpPr>
          <p:nvPr/>
        </p:nvCxnSpPr>
        <p:spPr>
          <a:xfrm>
            <a:off x="5442900" y="2851451"/>
            <a:ext cx="508800" cy="14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10"/>
          <p:cNvCxnSpPr>
            <a:stCxn id="447" idx="6"/>
            <a:endCxn id="434" idx="2"/>
          </p:cNvCxnSpPr>
          <p:nvPr/>
        </p:nvCxnSpPr>
        <p:spPr>
          <a:xfrm flipH="1" rot="10800000">
            <a:off x="5442900" y="2396289"/>
            <a:ext cx="508800" cy="142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>
            <a:stCxn id="447" idx="6"/>
            <a:endCxn id="448" idx="2"/>
          </p:cNvCxnSpPr>
          <p:nvPr/>
        </p:nvCxnSpPr>
        <p:spPr>
          <a:xfrm flipH="1" rot="10800000">
            <a:off x="5442900" y="3086589"/>
            <a:ext cx="508800" cy="73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10"/>
          <p:cNvCxnSpPr>
            <a:stCxn id="447" idx="6"/>
            <a:endCxn id="449" idx="2"/>
          </p:cNvCxnSpPr>
          <p:nvPr/>
        </p:nvCxnSpPr>
        <p:spPr>
          <a:xfrm>
            <a:off x="5442900" y="3820989"/>
            <a:ext cx="508800" cy="51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10"/>
          <p:cNvCxnSpPr>
            <a:stCxn id="434" idx="6"/>
            <a:endCxn id="450" idx="2"/>
          </p:cNvCxnSpPr>
          <p:nvPr/>
        </p:nvCxnSpPr>
        <p:spPr>
          <a:xfrm flipH="1" rot="10800000">
            <a:off x="6360325" y="2022275"/>
            <a:ext cx="643200" cy="3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10"/>
          <p:cNvCxnSpPr>
            <a:stCxn id="434" idx="6"/>
            <a:endCxn id="451" idx="2"/>
          </p:cNvCxnSpPr>
          <p:nvPr/>
        </p:nvCxnSpPr>
        <p:spPr>
          <a:xfrm>
            <a:off x="6360325" y="2396375"/>
            <a:ext cx="643200" cy="3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10"/>
          <p:cNvCxnSpPr>
            <a:stCxn id="434" idx="6"/>
            <a:endCxn id="452" idx="2"/>
          </p:cNvCxnSpPr>
          <p:nvPr/>
        </p:nvCxnSpPr>
        <p:spPr>
          <a:xfrm>
            <a:off x="6360325" y="2396375"/>
            <a:ext cx="643200" cy="10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10"/>
          <p:cNvCxnSpPr>
            <a:stCxn id="434" idx="6"/>
            <a:endCxn id="453" idx="2"/>
          </p:cNvCxnSpPr>
          <p:nvPr/>
        </p:nvCxnSpPr>
        <p:spPr>
          <a:xfrm>
            <a:off x="6360325" y="2396375"/>
            <a:ext cx="643200" cy="23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10"/>
          <p:cNvCxnSpPr>
            <a:stCxn id="448" idx="6"/>
            <a:endCxn id="450" idx="2"/>
          </p:cNvCxnSpPr>
          <p:nvPr/>
        </p:nvCxnSpPr>
        <p:spPr>
          <a:xfrm flipH="1" rot="10800000">
            <a:off x="6360325" y="2022138"/>
            <a:ext cx="643200" cy="106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10"/>
          <p:cNvCxnSpPr>
            <a:stCxn id="448" idx="6"/>
            <a:endCxn id="451" idx="2"/>
          </p:cNvCxnSpPr>
          <p:nvPr/>
        </p:nvCxnSpPr>
        <p:spPr>
          <a:xfrm flipH="1" rot="10800000">
            <a:off x="6360325" y="2712438"/>
            <a:ext cx="643200" cy="3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10"/>
          <p:cNvCxnSpPr>
            <a:stCxn id="448" idx="6"/>
            <a:endCxn id="452" idx="2"/>
          </p:cNvCxnSpPr>
          <p:nvPr/>
        </p:nvCxnSpPr>
        <p:spPr>
          <a:xfrm>
            <a:off x="6360325" y="3086538"/>
            <a:ext cx="643200" cy="3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10"/>
          <p:cNvCxnSpPr>
            <a:stCxn id="448" idx="6"/>
            <a:endCxn id="453" idx="2"/>
          </p:cNvCxnSpPr>
          <p:nvPr/>
        </p:nvCxnSpPr>
        <p:spPr>
          <a:xfrm>
            <a:off x="6360325" y="3086538"/>
            <a:ext cx="643200" cy="169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10"/>
          <p:cNvCxnSpPr>
            <a:stCxn id="449" idx="6"/>
            <a:endCxn id="450" idx="2"/>
          </p:cNvCxnSpPr>
          <p:nvPr/>
        </p:nvCxnSpPr>
        <p:spPr>
          <a:xfrm flipH="1" rot="10800000">
            <a:off x="6360325" y="2022300"/>
            <a:ext cx="643200" cy="23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10"/>
          <p:cNvCxnSpPr>
            <a:stCxn id="449" idx="6"/>
            <a:endCxn id="451" idx="2"/>
          </p:cNvCxnSpPr>
          <p:nvPr/>
        </p:nvCxnSpPr>
        <p:spPr>
          <a:xfrm flipH="1" rot="10800000">
            <a:off x="6360325" y="2712300"/>
            <a:ext cx="643200" cy="16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10"/>
          <p:cNvCxnSpPr>
            <a:stCxn id="449" idx="6"/>
            <a:endCxn id="452" idx="2"/>
          </p:cNvCxnSpPr>
          <p:nvPr/>
        </p:nvCxnSpPr>
        <p:spPr>
          <a:xfrm flipH="1" rot="10800000">
            <a:off x="6360325" y="3422400"/>
            <a:ext cx="643200" cy="9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10"/>
          <p:cNvCxnSpPr>
            <a:stCxn id="449" idx="6"/>
            <a:endCxn id="453" idx="2"/>
          </p:cNvCxnSpPr>
          <p:nvPr/>
        </p:nvCxnSpPr>
        <p:spPr>
          <a:xfrm>
            <a:off x="6360325" y="4334400"/>
            <a:ext cx="6432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>
            <a:stCxn id="450" idx="6"/>
            <a:endCxn id="454" idx="2"/>
          </p:cNvCxnSpPr>
          <p:nvPr/>
        </p:nvCxnSpPr>
        <p:spPr>
          <a:xfrm flipH="1" rot="10800000">
            <a:off x="7412150" y="1848163"/>
            <a:ext cx="64320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10"/>
          <p:cNvCxnSpPr>
            <a:stCxn id="450" idx="6"/>
            <a:endCxn id="455" idx="2"/>
          </p:cNvCxnSpPr>
          <p:nvPr/>
        </p:nvCxnSpPr>
        <p:spPr>
          <a:xfrm>
            <a:off x="7412150" y="2022163"/>
            <a:ext cx="643200" cy="3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10"/>
          <p:cNvCxnSpPr>
            <a:stCxn id="450" idx="6"/>
            <a:endCxn id="456" idx="3"/>
          </p:cNvCxnSpPr>
          <p:nvPr/>
        </p:nvCxnSpPr>
        <p:spPr>
          <a:xfrm>
            <a:off x="7412150" y="2022163"/>
            <a:ext cx="691800" cy="10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10"/>
          <p:cNvCxnSpPr>
            <a:stCxn id="450" idx="6"/>
            <a:endCxn id="457" idx="2"/>
          </p:cNvCxnSpPr>
          <p:nvPr/>
        </p:nvCxnSpPr>
        <p:spPr>
          <a:xfrm>
            <a:off x="7412150" y="2022163"/>
            <a:ext cx="643200" cy="147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10"/>
          <p:cNvCxnSpPr>
            <a:stCxn id="450" idx="6"/>
            <a:endCxn id="458" idx="2"/>
          </p:cNvCxnSpPr>
          <p:nvPr/>
        </p:nvCxnSpPr>
        <p:spPr>
          <a:xfrm>
            <a:off x="7412150" y="2022163"/>
            <a:ext cx="643200" cy="201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10"/>
          <p:cNvCxnSpPr>
            <a:stCxn id="450" idx="6"/>
            <a:endCxn id="459" idx="2"/>
          </p:cNvCxnSpPr>
          <p:nvPr/>
        </p:nvCxnSpPr>
        <p:spPr>
          <a:xfrm>
            <a:off x="7412150" y="2022163"/>
            <a:ext cx="643200" cy="31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10"/>
          <p:cNvCxnSpPr>
            <a:stCxn id="451" idx="6"/>
            <a:endCxn id="454" idx="2"/>
          </p:cNvCxnSpPr>
          <p:nvPr/>
        </p:nvCxnSpPr>
        <p:spPr>
          <a:xfrm flipH="1" rot="10800000">
            <a:off x="7412150" y="1848025"/>
            <a:ext cx="643200" cy="86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10"/>
          <p:cNvCxnSpPr>
            <a:endCxn id="455" idx="2"/>
          </p:cNvCxnSpPr>
          <p:nvPr/>
        </p:nvCxnSpPr>
        <p:spPr>
          <a:xfrm flipH="1" rot="10800000">
            <a:off x="7412150" y="2396375"/>
            <a:ext cx="643200" cy="3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10"/>
          <p:cNvCxnSpPr>
            <a:stCxn id="451" idx="6"/>
            <a:endCxn id="456" idx="2"/>
          </p:cNvCxnSpPr>
          <p:nvPr/>
        </p:nvCxnSpPr>
        <p:spPr>
          <a:xfrm>
            <a:off x="7412150" y="2712325"/>
            <a:ext cx="643200" cy="2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10"/>
          <p:cNvCxnSpPr>
            <a:stCxn id="451" idx="6"/>
            <a:endCxn id="457" idx="3"/>
          </p:cNvCxnSpPr>
          <p:nvPr/>
        </p:nvCxnSpPr>
        <p:spPr>
          <a:xfrm>
            <a:off x="7412150" y="2712325"/>
            <a:ext cx="691800" cy="89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10"/>
          <p:cNvCxnSpPr>
            <a:stCxn id="451" idx="6"/>
            <a:endCxn id="458" idx="2"/>
          </p:cNvCxnSpPr>
          <p:nvPr/>
        </p:nvCxnSpPr>
        <p:spPr>
          <a:xfrm>
            <a:off x="7412150" y="2712325"/>
            <a:ext cx="643200" cy="132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10"/>
          <p:cNvCxnSpPr>
            <a:stCxn id="451" idx="6"/>
            <a:endCxn id="459" idx="2"/>
          </p:cNvCxnSpPr>
          <p:nvPr/>
        </p:nvCxnSpPr>
        <p:spPr>
          <a:xfrm>
            <a:off x="7412150" y="2712325"/>
            <a:ext cx="643200" cy="24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10"/>
          <p:cNvCxnSpPr>
            <a:stCxn id="452" idx="6"/>
            <a:endCxn id="454" idx="2"/>
          </p:cNvCxnSpPr>
          <p:nvPr/>
        </p:nvCxnSpPr>
        <p:spPr>
          <a:xfrm flipH="1" rot="10800000">
            <a:off x="7412100" y="1847988"/>
            <a:ext cx="643200" cy="157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10"/>
          <p:cNvCxnSpPr>
            <a:stCxn id="452" idx="6"/>
            <a:endCxn id="455" idx="2"/>
          </p:cNvCxnSpPr>
          <p:nvPr/>
        </p:nvCxnSpPr>
        <p:spPr>
          <a:xfrm flipH="1" rot="10800000">
            <a:off x="7412100" y="2396388"/>
            <a:ext cx="643200" cy="10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10"/>
          <p:cNvCxnSpPr>
            <a:stCxn id="452" idx="6"/>
            <a:endCxn id="456" idx="2"/>
          </p:cNvCxnSpPr>
          <p:nvPr/>
        </p:nvCxnSpPr>
        <p:spPr>
          <a:xfrm flipH="1" rot="10800000">
            <a:off x="7412100" y="2944788"/>
            <a:ext cx="643200" cy="4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10"/>
          <p:cNvCxnSpPr>
            <a:stCxn id="452" idx="6"/>
            <a:endCxn id="457" idx="2"/>
          </p:cNvCxnSpPr>
          <p:nvPr/>
        </p:nvCxnSpPr>
        <p:spPr>
          <a:xfrm>
            <a:off x="7412100" y="3422388"/>
            <a:ext cx="643200" cy="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10"/>
          <p:cNvCxnSpPr>
            <a:stCxn id="452" idx="6"/>
            <a:endCxn id="458" idx="2"/>
          </p:cNvCxnSpPr>
          <p:nvPr/>
        </p:nvCxnSpPr>
        <p:spPr>
          <a:xfrm>
            <a:off x="7412100" y="3422388"/>
            <a:ext cx="643200" cy="6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10"/>
          <p:cNvCxnSpPr>
            <a:stCxn id="452" idx="6"/>
            <a:endCxn id="459" idx="2"/>
          </p:cNvCxnSpPr>
          <p:nvPr/>
        </p:nvCxnSpPr>
        <p:spPr>
          <a:xfrm>
            <a:off x="7412100" y="3422388"/>
            <a:ext cx="643200" cy="17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10"/>
          <p:cNvCxnSpPr>
            <a:stCxn id="453" idx="6"/>
            <a:endCxn id="454" idx="2"/>
          </p:cNvCxnSpPr>
          <p:nvPr/>
        </p:nvCxnSpPr>
        <p:spPr>
          <a:xfrm flipH="1" rot="10800000">
            <a:off x="7412163" y="1848038"/>
            <a:ext cx="643200" cy="293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10"/>
          <p:cNvCxnSpPr>
            <a:stCxn id="453" idx="6"/>
            <a:endCxn id="455" idx="2"/>
          </p:cNvCxnSpPr>
          <p:nvPr/>
        </p:nvCxnSpPr>
        <p:spPr>
          <a:xfrm flipH="1" rot="10800000">
            <a:off x="7412163" y="2396438"/>
            <a:ext cx="643200" cy="23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10"/>
          <p:cNvCxnSpPr>
            <a:stCxn id="453" idx="6"/>
            <a:endCxn id="456" idx="2"/>
          </p:cNvCxnSpPr>
          <p:nvPr/>
        </p:nvCxnSpPr>
        <p:spPr>
          <a:xfrm flipH="1" rot="10800000">
            <a:off x="7412163" y="2944538"/>
            <a:ext cx="643200" cy="18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10"/>
          <p:cNvCxnSpPr>
            <a:stCxn id="453" idx="6"/>
            <a:endCxn id="457" idx="2"/>
          </p:cNvCxnSpPr>
          <p:nvPr/>
        </p:nvCxnSpPr>
        <p:spPr>
          <a:xfrm flipH="1" rot="10800000">
            <a:off x="7412163" y="3492938"/>
            <a:ext cx="643200" cy="12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10"/>
          <p:cNvCxnSpPr>
            <a:stCxn id="453" idx="6"/>
            <a:endCxn id="458" idx="2"/>
          </p:cNvCxnSpPr>
          <p:nvPr/>
        </p:nvCxnSpPr>
        <p:spPr>
          <a:xfrm flipH="1" rot="10800000">
            <a:off x="7412163" y="4041038"/>
            <a:ext cx="643200" cy="7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10"/>
          <p:cNvCxnSpPr>
            <a:stCxn id="453" idx="6"/>
            <a:endCxn id="459" idx="2"/>
          </p:cNvCxnSpPr>
          <p:nvPr/>
        </p:nvCxnSpPr>
        <p:spPr>
          <a:xfrm>
            <a:off x="7412163" y="4782038"/>
            <a:ext cx="643200" cy="35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10"/>
          <p:cNvSpPr/>
          <p:nvPr/>
        </p:nvSpPr>
        <p:spPr>
          <a:xfrm rot="5400000">
            <a:off x="3295525" y="4434450"/>
            <a:ext cx="372300" cy="2364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0"/>
          <p:cNvSpPr/>
          <p:nvPr/>
        </p:nvSpPr>
        <p:spPr>
          <a:xfrm rot="10800000">
            <a:off x="1386350" y="1646025"/>
            <a:ext cx="372300" cy="3663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0"/>
          <p:cNvSpPr/>
          <p:nvPr/>
        </p:nvSpPr>
        <p:spPr>
          <a:xfrm>
            <a:off x="8718550" y="1660925"/>
            <a:ext cx="372300" cy="3663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0"/>
          <p:cNvSpPr/>
          <p:nvPr/>
        </p:nvSpPr>
        <p:spPr>
          <a:xfrm rot="5400000">
            <a:off x="6495775" y="4401525"/>
            <a:ext cx="372300" cy="2364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0"/>
          <p:cNvSpPr txBox="1"/>
          <p:nvPr/>
        </p:nvSpPr>
        <p:spPr>
          <a:xfrm>
            <a:off x="3104750" y="5878900"/>
            <a:ext cx="11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кодер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10"/>
          <p:cNvSpPr txBox="1"/>
          <p:nvPr/>
        </p:nvSpPr>
        <p:spPr>
          <a:xfrm>
            <a:off x="6185875" y="5921050"/>
            <a:ext cx="148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декодер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10"/>
          <p:cNvSpPr txBox="1"/>
          <p:nvPr/>
        </p:nvSpPr>
        <p:spPr>
          <a:xfrm>
            <a:off x="9155775" y="3084350"/>
            <a:ext cx="148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выходной слой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p10"/>
          <p:cNvSpPr txBox="1"/>
          <p:nvPr/>
        </p:nvSpPr>
        <p:spPr>
          <a:xfrm>
            <a:off x="170000" y="3128163"/>
            <a:ext cx="133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входной слой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10"/>
          <p:cNvSpPr txBox="1"/>
          <p:nvPr/>
        </p:nvSpPr>
        <p:spPr>
          <a:xfrm>
            <a:off x="4740038" y="4427388"/>
            <a:ext cx="1334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вектор скрытого состояния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52" name="Google Shape;552;p10"/>
          <p:cNvCxnSpPr>
            <a:stCxn id="551" idx="0"/>
            <a:endCxn id="447" idx="4"/>
          </p:cNvCxnSpPr>
          <p:nvPr/>
        </p:nvCxnSpPr>
        <p:spPr>
          <a:xfrm rot="10800000">
            <a:off x="5238638" y="4027788"/>
            <a:ext cx="168600" cy="3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10"/>
          <p:cNvSpPr txBox="1"/>
          <p:nvPr/>
        </p:nvSpPr>
        <p:spPr>
          <a:xfrm>
            <a:off x="1834850" y="4307075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10"/>
          <p:cNvSpPr txBox="1"/>
          <p:nvPr/>
        </p:nvSpPr>
        <p:spPr>
          <a:xfrm>
            <a:off x="3065050" y="3844850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5" name="Google Shape;555;p10"/>
          <p:cNvSpPr txBox="1"/>
          <p:nvPr/>
        </p:nvSpPr>
        <p:spPr>
          <a:xfrm>
            <a:off x="4174975" y="3527036"/>
            <a:ext cx="29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10"/>
          <p:cNvSpPr txBox="1"/>
          <p:nvPr/>
        </p:nvSpPr>
        <p:spPr>
          <a:xfrm>
            <a:off x="5054163" y="3002025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10"/>
          <p:cNvSpPr txBox="1"/>
          <p:nvPr/>
        </p:nvSpPr>
        <p:spPr>
          <a:xfrm>
            <a:off x="6009725" y="3395350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10"/>
          <p:cNvSpPr txBox="1"/>
          <p:nvPr/>
        </p:nvSpPr>
        <p:spPr>
          <a:xfrm>
            <a:off x="7032538" y="3796300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9" name="Google Shape;559;p10"/>
          <p:cNvSpPr txBox="1"/>
          <p:nvPr/>
        </p:nvSpPr>
        <p:spPr>
          <a:xfrm>
            <a:off x="8055375" y="4307075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10"/>
          <p:cNvSpPr txBox="1"/>
          <p:nvPr/>
        </p:nvSpPr>
        <p:spPr>
          <a:xfrm>
            <a:off x="4974823" y="2046700"/>
            <a:ext cx="56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28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10"/>
          <p:cNvSpPr txBox="1"/>
          <p:nvPr/>
        </p:nvSpPr>
        <p:spPr>
          <a:xfrm>
            <a:off x="1717401" y="1207400"/>
            <a:ext cx="6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784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10"/>
          <p:cNvSpPr txBox="1"/>
          <p:nvPr/>
        </p:nvSpPr>
        <p:spPr>
          <a:xfrm>
            <a:off x="2903451" y="1420863"/>
            <a:ext cx="6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128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10"/>
          <p:cNvSpPr txBox="1"/>
          <p:nvPr/>
        </p:nvSpPr>
        <p:spPr>
          <a:xfrm>
            <a:off x="4048251" y="1697225"/>
            <a:ext cx="6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64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10"/>
          <p:cNvSpPr txBox="1"/>
          <p:nvPr/>
        </p:nvSpPr>
        <p:spPr>
          <a:xfrm>
            <a:off x="5898551" y="1675963"/>
            <a:ext cx="6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64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10"/>
          <p:cNvSpPr txBox="1"/>
          <p:nvPr/>
        </p:nvSpPr>
        <p:spPr>
          <a:xfrm>
            <a:off x="6976951" y="1335063"/>
            <a:ext cx="6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128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10"/>
          <p:cNvSpPr txBox="1"/>
          <p:nvPr/>
        </p:nvSpPr>
        <p:spPr>
          <a:xfrm>
            <a:off x="7913776" y="1154100"/>
            <a:ext cx="6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784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p10"/>
          <p:cNvSpPr txBox="1"/>
          <p:nvPr/>
        </p:nvSpPr>
        <p:spPr>
          <a:xfrm>
            <a:off x="10257950" y="4768763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x,             x ≧ 0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10"/>
          <p:cNvSpPr txBox="1"/>
          <p:nvPr/>
        </p:nvSpPr>
        <p:spPr>
          <a:xfrm>
            <a:off x="10257950" y="5337888"/>
            <a:ext cx="27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α * (e</a:t>
            </a:r>
            <a:r>
              <a:rPr baseline="30000" lang="en-US" sz="1800">
                <a:latin typeface="Montserrat"/>
                <a:ea typeface="Montserrat"/>
                <a:cs typeface="Montserrat"/>
                <a:sym typeface="Montserrat"/>
              </a:rPr>
              <a:t>x</a:t>
            </a: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-1), x &lt; 0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10"/>
          <p:cNvSpPr/>
          <p:nvPr/>
        </p:nvSpPr>
        <p:spPr>
          <a:xfrm rot="10800000">
            <a:off x="9994900" y="4768763"/>
            <a:ext cx="243300" cy="114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0"/>
          <p:cNvSpPr txBox="1"/>
          <p:nvPr/>
        </p:nvSpPr>
        <p:spPr>
          <a:xfrm>
            <a:off x="8950250" y="5111975"/>
            <a:ext cx="11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ELU(x)=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1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1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Представление данных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1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1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0" name="Google Shape;580;p11"/>
          <p:cNvCxnSpPr/>
          <p:nvPr/>
        </p:nvCxnSpPr>
        <p:spPr>
          <a:xfrm rot="10800000">
            <a:off x="2266225" y="1609550"/>
            <a:ext cx="4800" cy="31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1" name="Google Shape;581;p11"/>
          <p:cNvCxnSpPr/>
          <p:nvPr/>
        </p:nvCxnSpPr>
        <p:spPr>
          <a:xfrm>
            <a:off x="1072925" y="4050850"/>
            <a:ext cx="3010800" cy="4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2" name="Google Shape;582;p11"/>
          <p:cNvCxnSpPr/>
          <p:nvPr/>
        </p:nvCxnSpPr>
        <p:spPr>
          <a:xfrm rot="10800000">
            <a:off x="864900" y="3087350"/>
            <a:ext cx="1970700" cy="134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3" name="Google Shape;583;p11"/>
          <p:cNvCxnSpPr/>
          <p:nvPr/>
        </p:nvCxnSpPr>
        <p:spPr>
          <a:xfrm rot="10800000">
            <a:off x="547475" y="3656650"/>
            <a:ext cx="24414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4" name="Google Shape;584;p11"/>
          <p:cNvCxnSpPr/>
          <p:nvPr/>
        </p:nvCxnSpPr>
        <p:spPr>
          <a:xfrm flipH="1">
            <a:off x="1489100" y="3689575"/>
            <a:ext cx="1050900" cy="140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5" name="Google Shape;585;p11"/>
          <p:cNvSpPr txBox="1"/>
          <p:nvPr/>
        </p:nvSpPr>
        <p:spPr>
          <a:xfrm>
            <a:off x="3295425" y="3098350"/>
            <a:ext cx="4800" cy="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/>
          </a:p>
        </p:txBody>
      </p:sp>
      <p:sp>
        <p:nvSpPr>
          <p:cNvPr id="586" name="Google Shape;586;p11"/>
          <p:cNvSpPr txBox="1"/>
          <p:nvPr/>
        </p:nvSpPr>
        <p:spPr>
          <a:xfrm>
            <a:off x="1826750" y="1417250"/>
            <a:ext cx="3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11"/>
          <p:cNvSpPr txBox="1"/>
          <p:nvPr/>
        </p:nvSpPr>
        <p:spPr>
          <a:xfrm>
            <a:off x="4083725" y="4050850"/>
            <a:ext cx="3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" name="Google Shape;588;p11"/>
          <p:cNvSpPr txBox="1"/>
          <p:nvPr/>
        </p:nvSpPr>
        <p:spPr>
          <a:xfrm>
            <a:off x="697325" y="2522150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784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11"/>
          <p:cNvSpPr txBox="1"/>
          <p:nvPr/>
        </p:nvSpPr>
        <p:spPr>
          <a:xfrm>
            <a:off x="302325" y="3198150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783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11"/>
          <p:cNvSpPr txBox="1"/>
          <p:nvPr/>
        </p:nvSpPr>
        <p:spPr>
          <a:xfrm>
            <a:off x="995325" y="5163713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1" name="Google Shape;591;p11"/>
          <p:cNvSpPr txBox="1"/>
          <p:nvPr/>
        </p:nvSpPr>
        <p:spPr>
          <a:xfrm>
            <a:off x="548650" y="4387388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2" name="Google Shape;592;p11"/>
          <p:cNvSpPr/>
          <p:nvPr/>
        </p:nvSpPr>
        <p:spPr>
          <a:xfrm>
            <a:off x="3869050" y="2550475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1"/>
          <p:cNvSpPr/>
          <p:nvPr/>
        </p:nvSpPr>
        <p:spPr>
          <a:xfrm>
            <a:off x="3136125" y="3280525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1"/>
          <p:cNvSpPr/>
          <p:nvPr/>
        </p:nvSpPr>
        <p:spPr>
          <a:xfrm>
            <a:off x="2038250" y="3118700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1"/>
          <p:cNvSpPr/>
          <p:nvPr/>
        </p:nvSpPr>
        <p:spPr>
          <a:xfrm>
            <a:off x="1072925" y="3437400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6" name="Google Shape;596;p11"/>
          <p:cNvCxnSpPr>
            <a:stCxn id="592" idx="4"/>
            <a:endCxn id="593" idx="6"/>
          </p:cNvCxnSpPr>
          <p:nvPr/>
        </p:nvCxnSpPr>
        <p:spPr>
          <a:xfrm rot="5400000">
            <a:off x="3300550" y="2709925"/>
            <a:ext cx="650100" cy="651000"/>
          </a:xfrm>
          <a:prstGeom prst="curvedConnector2">
            <a:avLst/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11"/>
          <p:cNvCxnSpPr>
            <a:stCxn id="593" idx="2"/>
            <a:endCxn id="594" idx="6"/>
          </p:cNvCxnSpPr>
          <p:nvPr/>
        </p:nvCxnSpPr>
        <p:spPr>
          <a:xfrm rot="10800000">
            <a:off x="2202225" y="3198775"/>
            <a:ext cx="933900" cy="161700"/>
          </a:xfrm>
          <a:prstGeom prst="curvedConnector3">
            <a:avLst>
              <a:gd fmla="val 49993" name="adj1"/>
            </a:avLst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11"/>
          <p:cNvCxnSpPr>
            <a:stCxn id="594" idx="2"/>
            <a:endCxn id="595" idx="6"/>
          </p:cNvCxnSpPr>
          <p:nvPr/>
        </p:nvCxnSpPr>
        <p:spPr>
          <a:xfrm flipH="1">
            <a:off x="1236950" y="3198650"/>
            <a:ext cx="801300" cy="3186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11"/>
          <p:cNvCxnSpPr>
            <a:stCxn id="595" idx="2"/>
          </p:cNvCxnSpPr>
          <p:nvPr/>
        </p:nvCxnSpPr>
        <p:spPr>
          <a:xfrm flipH="1">
            <a:off x="703925" y="3517350"/>
            <a:ext cx="369000" cy="458400"/>
          </a:xfrm>
          <a:prstGeom prst="curvedConnector2">
            <a:avLst/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11"/>
          <p:cNvSpPr txBox="1"/>
          <p:nvPr/>
        </p:nvSpPr>
        <p:spPr>
          <a:xfrm>
            <a:off x="2296150" y="1879163"/>
            <a:ext cx="19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Изображения цифр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1" name="Google Shape;601;p11"/>
          <p:cNvCxnSpPr>
            <a:stCxn id="600" idx="2"/>
            <a:endCxn id="592" idx="1"/>
          </p:cNvCxnSpPr>
          <p:nvPr/>
        </p:nvCxnSpPr>
        <p:spPr>
          <a:xfrm>
            <a:off x="3262450" y="2248463"/>
            <a:ext cx="630600" cy="3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11"/>
          <p:cNvCxnSpPr>
            <a:stCxn id="600" idx="2"/>
            <a:endCxn id="593" idx="0"/>
          </p:cNvCxnSpPr>
          <p:nvPr/>
        </p:nvCxnSpPr>
        <p:spPr>
          <a:xfrm flipH="1">
            <a:off x="3218050" y="2248463"/>
            <a:ext cx="44400" cy="103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11"/>
          <p:cNvCxnSpPr>
            <a:stCxn id="600" idx="2"/>
            <a:endCxn id="594" idx="0"/>
          </p:cNvCxnSpPr>
          <p:nvPr/>
        </p:nvCxnSpPr>
        <p:spPr>
          <a:xfrm flipH="1">
            <a:off x="2120350" y="2248463"/>
            <a:ext cx="1142100" cy="87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604" name="Google Shape;604;p11"/>
          <p:cNvSpPr txBox="1"/>
          <p:nvPr/>
        </p:nvSpPr>
        <p:spPr>
          <a:xfrm>
            <a:off x="3741688" y="4785013"/>
            <a:ext cx="19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модель изображений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5" name="Google Shape;605;p11"/>
          <p:cNvCxnSpPr>
            <a:stCxn id="604" idx="0"/>
          </p:cNvCxnSpPr>
          <p:nvPr/>
        </p:nvCxnSpPr>
        <p:spPr>
          <a:xfrm rot="10800000">
            <a:off x="3703288" y="3202513"/>
            <a:ext cx="1004700" cy="158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11"/>
          <p:cNvCxnSpPr/>
          <p:nvPr/>
        </p:nvCxnSpPr>
        <p:spPr>
          <a:xfrm rot="10800000">
            <a:off x="8172850" y="1585825"/>
            <a:ext cx="4800" cy="31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7" name="Google Shape;607;p11"/>
          <p:cNvCxnSpPr/>
          <p:nvPr/>
        </p:nvCxnSpPr>
        <p:spPr>
          <a:xfrm>
            <a:off x="6979550" y="4027125"/>
            <a:ext cx="3010800" cy="4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11"/>
          <p:cNvCxnSpPr/>
          <p:nvPr/>
        </p:nvCxnSpPr>
        <p:spPr>
          <a:xfrm rot="10800000">
            <a:off x="6771525" y="3063625"/>
            <a:ext cx="1970700" cy="134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9" name="Google Shape;609;p11"/>
          <p:cNvCxnSpPr/>
          <p:nvPr/>
        </p:nvCxnSpPr>
        <p:spPr>
          <a:xfrm rot="10800000">
            <a:off x="6454100" y="3632925"/>
            <a:ext cx="24414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11"/>
          <p:cNvCxnSpPr/>
          <p:nvPr/>
        </p:nvCxnSpPr>
        <p:spPr>
          <a:xfrm flipH="1">
            <a:off x="7395725" y="3665850"/>
            <a:ext cx="1050900" cy="140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1" name="Google Shape;611;p11"/>
          <p:cNvSpPr txBox="1"/>
          <p:nvPr/>
        </p:nvSpPr>
        <p:spPr>
          <a:xfrm>
            <a:off x="9202050" y="3074625"/>
            <a:ext cx="4800" cy="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/>
          </a:p>
        </p:txBody>
      </p:sp>
      <p:sp>
        <p:nvSpPr>
          <p:cNvPr id="612" name="Google Shape;612;p11"/>
          <p:cNvSpPr txBox="1"/>
          <p:nvPr/>
        </p:nvSpPr>
        <p:spPr>
          <a:xfrm>
            <a:off x="7733375" y="1393525"/>
            <a:ext cx="3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3" name="Google Shape;613;p11"/>
          <p:cNvSpPr txBox="1"/>
          <p:nvPr/>
        </p:nvSpPr>
        <p:spPr>
          <a:xfrm>
            <a:off x="9990350" y="4027125"/>
            <a:ext cx="3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4" name="Google Shape;614;p11"/>
          <p:cNvSpPr txBox="1"/>
          <p:nvPr/>
        </p:nvSpPr>
        <p:spPr>
          <a:xfrm>
            <a:off x="6603950" y="2498425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784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p11"/>
          <p:cNvSpPr txBox="1"/>
          <p:nvPr/>
        </p:nvSpPr>
        <p:spPr>
          <a:xfrm>
            <a:off x="6208950" y="3174425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783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p11"/>
          <p:cNvSpPr txBox="1"/>
          <p:nvPr/>
        </p:nvSpPr>
        <p:spPr>
          <a:xfrm>
            <a:off x="6901950" y="5139988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7" name="Google Shape;617;p11"/>
          <p:cNvSpPr txBox="1"/>
          <p:nvPr/>
        </p:nvSpPr>
        <p:spPr>
          <a:xfrm>
            <a:off x="6455275" y="4363663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9775675" y="2526750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1"/>
          <p:cNvSpPr/>
          <p:nvPr/>
        </p:nvSpPr>
        <p:spPr>
          <a:xfrm>
            <a:off x="9042750" y="3256800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1"/>
          <p:cNvSpPr/>
          <p:nvPr/>
        </p:nvSpPr>
        <p:spPr>
          <a:xfrm>
            <a:off x="7944875" y="3094975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1"/>
          <p:cNvSpPr/>
          <p:nvPr/>
        </p:nvSpPr>
        <p:spPr>
          <a:xfrm>
            <a:off x="6979550" y="3413675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2" name="Google Shape;622;p11"/>
          <p:cNvCxnSpPr>
            <a:stCxn id="618" idx="4"/>
            <a:endCxn id="619" idx="6"/>
          </p:cNvCxnSpPr>
          <p:nvPr/>
        </p:nvCxnSpPr>
        <p:spPr>
          <a:xfrm rot="5400000">
            <a:off x="9207175" y="2686200"/>
            <a:ext cx="650100" cy="651000"/>
          </a:xfrm>
          <a:prstGeom prst="curvedConnector2">
            <a:avLst/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11"/>
          <p:cNvCxnSpPr>
            <a:stCxn id="619" idx="2"/>
            <a:endCxn id="620" idx="6"/>
          </p:cNvCxnSpPr>
          <p:nvPr/>
        </p:nvCxnSpPr>
        <p:spPr>
          <a:xfrm rot="10800000">
            <a:off x="8108850" y="3175050"/>
            <a:ext cx="933900" cy="161700"/>
          </a:xfrm>
          <a:prstGeom prst="curvedConnector3">
            <a:avLst>
              <a:gd fmla="val 49993" name="adj1"/>
            </a:avLst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11"/>
          <p:cNvCxnSpPr>
            <a:stCxn id="620" idx="2"/>
            <a:endCxn id="621" idx="6"/>
          </p:cNvCxnSpPr>
          <p:nvPr/>
        </p:nvCxnSpPr>
        <p:spPr>
          <a:xfrm flipH="1">
            <a:off x="7143575" y="3174925"/>
            <a:ext cx="801300" cy="3186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11"/>
          <p:cNvCxnSpPr>
            <a:stCxn id="621" idx="2"/>
          </p:cNvCxnSpPr>
          <p:nvPr/>
        </p:nvCxnSpPr>
        <p:spPr>
          <a:xfrm flipH="1">
            <a:off x="6610550" y="3493625"/>
            <a:ext cx="369000" cy="458400"/>
          </a:xfrm>
          <a:prstGeom prst="curvedConnector2">
            <a:avLst/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11"/>
          <p:cNvSpPr txBox="1"/>
          <p:nvPr/>
        </p:nvSpPr>
        <p:spPr>
          <a:xfrm>
            <a:off x="9648313" y="4761288"/>
            <a:ext cx="19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модель изображений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27" name="Google Shape;627;p11"/>
          <p:cNvCxnSpPr>
            <a:stCxn id="626" idx="0"/>
          </p:cNvCxnSpPr>
          <p:nvPr/>
        </p:nvCxnSpPr>
        <p:spPr>
          <a:xfrm rot="10800000">
            <a:off x="9609913" y="3178788"/>
            <a:ext cx="1004700" cy="158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2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2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Представление данных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2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7" name="Google Shape;637;p12"/>
          <p:cNvCxnSpPr/>
          <p:nvPr/>
        </p:nvCxnSpPr>
        <p:spPr>
          <a:xfrm rot="10800000">
            <a:off x="2266225" y="1609550"/>
            <a:ext cx="4800" cy="31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8" name="Google Shape;638;p12"/>
          <p:cNvCxnSpPr/>
          <p:nvPr/>
        </p:nvCxnSpPr>
        <p:spPr>
          <a:xfrm>
            <a:off x="1072925" y="4050850"/>
            <a:ext cx="3010800" cy="4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p12"/>
          <p:cNvCxnSpPr/>
          <p:nvPr/>
        </p:nvCxnSpPr>
        <p:spPr>
          <a:xfrm rot="10800000">
            <a:off x="864900" y="3087350"/>
            <a:ext cx="1970700" cy="134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0" name="Google Shape;640;p12"/>
          <p:cNvCxnSpPr/>
          <p:nvPr/>
        </p:nvCxnSpPr>
        <p:spPr>
          <a:xfrm rot="10800000">
            <a:off x="547475" y="3656650"/>
            <a:ext cx="24414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1" name="Google Shape;641;p12"/>
          <p:cNvCxnSpPr/>
          <p:nvPr/>
        </p:nvCxnSpPr>
        <p:spPr>
          <a:xfrm flipH="1">
            <a:off x="1489100" y="3689575"/>
            <a:ext cx="1050900" cy="140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2" name="Google Shape;642;p12"/>
          <p:cNvSpPr txBox="1"/>
          <p:nvPr/>
        </p:nvSpPr>
        <p:spPr>
          <a:xfrm>
            <a:off x="3295425" y="3098350"/>
            <a:ext cx="4800" cy="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/>
          </a:p>
        </p:txBody>
      </p:sp>
      <p:sp>
        <p:nvSpPr>
          <p:cNvPr id="643" name="Google Shape;643;p12"/>
          <p:cNvSpPr txBox="1"/>
          <p:nvPr/>
        </p:nvSpPr>
        <p:spPr>
          <a:xfrm>
            <a:off x="1826750" y="1417250"/>
            <a:ext cx="3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4" name="Google Shape;644;p12"/>
          <p:cNvSpPr txBox="1"/>
          <p:nvPr/>
        </p:nvSpPr>
        <p:spPr>
          <a:xfrm>
            <a:off x="4083725" y="4050850"/>
            <a:ext cx="3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5" name="Google Shape;645;p12"/>
          <p:cNvSpPr txBox="1"/>
          <p:nvPr/>
        </p:nvSpPr>
        <p:spPr>
          <a:xfrm>
            <a:off x="697325" y="2522150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784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6" name="Google Shape;646;p12"/>
          <p:cNvSpPr txBox="1"/>
          <p:nvPr/>
        </p:nvSpPr>
        <p:spPr>
          <a:xfrm>
            <a:off x="302325" y="3198150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783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12"/>
          <p:cNvSpPr txBox="1"/>
          <p:nvPr/>
        </p:nvSpPr>
        <p:spPr>
          <a:xfrm>
            <a:off x="995325" y="5163713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p12"/>
          <p:cNvSpPr txBox="1"/>
          <p:nvPr/>
        </p:nvSpPr>
        <p:spPr>
          <a:xfrm>
            <a:off x="548650" y="4387388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3869050" y="2550475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2"/>
          <p:cNvSpPr/>
          <p:nvPr/>
        </p:nvSpPr>
        <p:spPr>
          <a:xfrm>
            <a:off x="3136125" y="3280525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2"/>
          <p:cNvSpPr/>
          <p:nvPr/>
        </p:nvSpPr>
        <p:spPr>
          <a:xfrm>
            <a:off x="2038250" y="3118700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2"/>
          <p:cNvSpPr/>
          <p:nvPr/>
        </p:nvSpPr>
        <p:spPr>
          <a:xfrm>
            <a:off x="1072925" y="3437400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3" name="Google Shape;653;p12"/>
          <p:cNvCxnSpPr>
            <a:stCxn id="649" idx="4"/>
            <a:endCxn id="650" idx="6"/>
          </p:cNvCxnSpPr>
          <p:nvPr/>
        </p:nvCxnSpPr>
        <p:spPr>
          <a:xfrm rot="5400000">
            <a:off x="3300550" y="2709925"/>
            <a:ext cx="650100" cy="651000"/>
          </a:xfrm>
          <a:prstGeom prst="curvedConnector2">
            <a:avLst/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12"/>
          <p:cNvCxnSpPr>
            <a:stCxn id="650" idx="2"/>
            <a:endCxn id="651" idx="6"/>
          </p:cNvCxnSpPr>
          <p:nvPr/>
        </p:nvCxnSpPr>
        <p:spPr>
          <a:xfrm rot="10800000">
            <a:off x="2202225" y="3198775"/>
            <a:ext cx="933900" cy="161700"/>
          </a:xfrm>
          <a:prstGeom prst="curvedConnector3">
            <a:avLst>
              <a:gd fmla="val 49993" name="adj1"/>
            </a:avLst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12"/>
          <p:cNvCxnSpPr>
            <a:stCxn id="651" idx="2"/>
            <a:endCxn id="652" idx="6"/>
          </p:cNvCxnSpPr>
          <p:nvPr/>
        </p:nvCxnSpPr>
        <p:spPr>
          <a:xfrm flipH="1">
            <a:off x="1236950" y="3198650"/>
            <a:ext cx="801300" cy="3186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12"/>
          <p:cNvCxnSpPr>
            <a:stCxn id="652" idx="2"/>
          </p:cNvCxnSpPr>
          <p:nvPr/>
        </p:nvCxnSpPr>
        <p:spPr>
          <a:xfrm flipH="1">
            <a:off x="703925" y="3517350"/>
            <a:ext cx="369000" cy="458400"/>
          </a:xfrm>
          <a:prstGeom prst="curvedConnector2">
            <a:avLst/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7" name="Google Shape;657;p12"/>
          <p:cNvSpPr txBox="1"/>
          <p:nvPr/>
        </p:nvSpPr>
        <p:spPr>
          <a:xfrm>
            <a:off x="2296150" y="1879163"/>
            <a:ext cx="19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Изображения цифр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8" name="Google Shape;658;p12"/>
          <p:cNvCxnSpPr>
            <a:stCxn id="657" idx="2"/>
            <a:endCxn id="649" idx="1"/>
          </p:cNvCxnSpPr>
          <p:nvPr/>
        </p:nvCxnSpPr>
        <p:spPr>
          <a:xfrm>
            <a:off x="3262450" y="2248463"/>
            <a:ext cx="630600" cy="3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12"/>
          <p:cNvCxnSpPr>
            <a:stCxn id="657" idx="2"/>
            <a:endCxn id="650" idx="0"/>
          </p:cNvCxnSpPr>
          <p:nvPr/>
        </p:nvCxnSpPr>
        <p:spPr>
          <a:xfrm flipH="1">
            <a:off x="3218050" y="2248463"/>
            <a:ext cx="44400" cy="103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12"/>
          <p:cNvCxnSpPr>
            <a:stCxn id="657" idx="2"/>
            <a:endCxn id="651" idx="0"/>
          </p:cNvCxnSpPr>
          <p:nvPr/>
        </p:nvCxnSpPr>
        <p:spPr>
          <a:xfrm flipH="1">
            <a:off x="2120350" y="2248463"/>
            <a:ext cx="1142100" cy="87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661" name="Google Shape;661;p12"/>
          <p:cNvSpPr txBox="1"/>
          <p:nvPr/>
        </p:nvSpPr>
        <p:spPr>
          <a:xfrm>
            <a:off x="3741688" y="4785013"/>
            <a:ext cx="19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модель изображений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62" name="Google Shape;662;p12"/>
          <p:cNvCxnSpPr>
            <a:stCxn id="661" idx="0"/>
          </p:cNvCxnSpPr>
          <p:nvPr/>
        </p:nvCxnSpPr>
        <p:spPr>
          <a:xfrm rot="10800000">
            <a:off x="3703288" y="3202513"/>
            <a:ext cx="1004700" cy="158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12"/>
          <p:cNvCxnSpPr/>
          <p:nvPr/>
        </p:nvCxnSpPr>
        <p:spPr>
          <a:xfrm rot="10800000">
            <a:off x="8172850" y="1585825"/>
            <a:ext cx="4800" cy="31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4" name="Google Shape;664;p12"/>
          <p:cNvCxnSpPr/>
          <p:nvPr/>
        </p:nvCxnSpPr>
        <p:spPr>
          <a:xfrm>
            <a:off x="6979550" y="4027125"/>
            <a:ext cx="3010800" cy="4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5" name="Google Shape;665;p12"/>
          <p:cNvCxnSpPr/>
          <p:nvPr/>
        </p:nvCxnSpPr>
        <p:spPr>
          <a:xfrm rot="10800000">
            <a:off x="6771525" y="3063625"/>
            <a:ext cx="1970700" cy="134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6" name="Google Shape;666;p12"/>
          <p:cNvCxnSpPr/>
          <p:nvPr/>
        </p:nvCxnSpPr>
        <p:spPr>
          <a:xfrm rot="10800000">
            <a:off x="6454100" y="3632925"/>
            <a:ext cx="2441400" cy="5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7" name="Google Shape;667;p12"/>
          <p:cNvCxnSpPr/>
          <p:nvPr/>
        </p:nvCxnSpPr>
        <p:spPr>
          <a:xfrm flipH="1">
            <a:off x="7395725" y="3665850"/>
            <a:ext cx="1050900" cy="140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8" name="Google Shape;668;p12"/>
          <p:cNvSpPr txBox="1"/>
          <p:nvPr/>
        </p:nvSpPr>
        <p:spPr>
          <a:xfrm>
            <a:off x="9202050" y="3074625"/>
            <a:ext cx="4800" cy="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/>
          </a:p>
        </p:txBody>
      </p:sp>
      <p:sp>
        <p:nvSpPr>
          <p:cNvPr id="669" name="Google Shape;669;p12"/>
          <p:cNvSpPr txBox="1"/>
          <p:nvPr/>
        </p:nvSpPr>
        <p:spPr>
          <a:xfrm>
            <a:off x="7733375" y="1393525"/>
            <a:ext cx="3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0" name="Google Shape;670;p12"/>
          <p:cNvSpPr txBox="1"/>
          <p:nvPr/>
        </p:nvSpPr>
        <p:spPr>
          <a:xfrm>
            <a:off x="9990350" y="4027125"/>
            <a:ext cx="3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1" name="Google Shape;671;p12"/>
          <p:cNvSpPr txBox="1"/>
          <p:nvPr/>
        </p:nvSpPr>
        <p:spPr>
          <a:xfrm>
            <a:off x="6603950" y="2498425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784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2" name="Google Shape;672;p12"/>
          <p:cNvSpPr txBox="1"/>
          <p:nvPr/>
        </p:nvSpPr>
        <p:spPr>
          <a:xfrm>
            <a:off x="6208950" y="3174425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783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12"/>
          <p:cNvSpPr txBox="1"/>
          <p:nvPr/>
        </p:nvSpPr>
        <p:spPr>
          <a:xfrm>
            <a:off x="6901950" y="5139988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4" name="Google Shape;674;p12"/>
          <p:cNvSpPr txBox="1"/>
          <p:nvPr/>
        </p:nvSpPr>
        <p:spPr>
          <a:xfrm>
            <a:off x="6455275" y="4363663"/>
            <a:ext cx="6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aseline="-25000"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p12"/>
          <p:cNvSpPr/>
          <p:nvPr/>
        </p:nvSpPr>
        <p:spPr>
          <a:xfrm>
            <a:off x="9775675" y="2526750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2"/>
          <p:cNvSpPr/>
          <p:nvPr/>
        </p:nvSpPr>
        <p:spPr>
          <a:xfrm>
            <a:off x="9042750" y="3256800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2"/>
          <p:cNvSpPr/>
          <p:nvPr/>
        </p:nvSpPr>
        <p:spPr>
          <a:xfrm>
            <a:off x="7944875" y="3094975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2"/>
          <p:cNvSpPr/>
          <p:nvPr/>
        </p:nvSpPr>
        <p:spPr>
          <a:xfrm>
            <a:off x="6979550" y="3413675"/>
            <a:ext cx="164100" cy="1599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9" name="Google Shape;679;p12"/>
          <p:cNvCxnSpPr>
            <a:stCxn id="675" idx="4"/>
            <a:endCxn id="676" idx="6"/>
          </p:cNvCxnSpPr>
          <p:nvPr/>
        </p:nvCxnSpPr>
        <p:spPr>
          <a:xfrm rot="5400000">
            <a:off x="9207175" y="2686200"/>
            <a:ext cx="650100" cy="651000"/>
          </a:xfrm>
          <a:prstGeom prst="curvedConnector2">
            <a:avLst/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2"/>
          <p:cNvCxnSpPr>
            <a:stCxn id="676" idx="2"/>
            <a:endCxn id="677" idx="6"/>
          </p:cNvCxnSpPr>
          <p:nvPr/>
        </p:nvCxnSpPr>
        <p:spPr>
          <a:xfrm rot="10800000">
            <a:off x="8108850" y="3175050"/>
            <a:ext cx="933900" cy="161700"/>
          </a:xfrm>
          <a:prstGeom prst="curvedConnector3">
            <a:avLst>
              <a:gd fmla="val 49993" name="adj1"/>
            </a:avLst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12"/>
          <p:cNvCxnSpPr>
            <a:stCxn id="677" idx="2"/>
            <a:endCxn id="678" idx="6"/>
          </p:cNvCxnSpPr>
          <p:nvPr/>
        </p:nvCxnSpPr>
        <p:spPr>
          <a:xfrm flipH="1">
            <a:off x="7143575" y="3174925"/>
            <a:ext cx="801300" cy="3186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12"/>
          <p:cNvCxnSpPr>
            <a:stCxn id="678" idx="2"/>
          </p:cNvCxnSpPr>
          <p:nvPr/>
        </p:nvCxnSpPr>
        <p:spPr>
          <a:xfrm flipH="1">
            <a:off x="6610550" y="3493625"/>
            <a:ext cx="369000" cy="458400"/>
          </a:xfrm>
          <a:prstGeom prst="curvedConnector2">
            <a:avLst/>
          </a:prstGeom>
          <a:noFill/>
          <a:ln cap="flat" cmpd="sng" w="19050">
            <a:solidFill>
              <a:srgbClr val="C77E1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12"/>
          <p:cNvSpPr txBox="1"/>
          <p:nvPr/>
        </p:nvSpPr>
        <p:spPr>
          <a:xfrm>
            <a:off x="9648313" y="4761288"/>
            <a:ext cx="19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модель изображений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84" name="Google Shape;684;p12"/>
          <p:cNvCxnSpPr>
            <a:stCxn id="683" idx="0"/>
          </p:cNvCxnSpPr>
          <p:nvPr/>
        </p:nvCxnSpPr>
        <p:spPr>
          <a:xfrm rot="10800000">
            <a:off x="9609913" y="3178788"/>
            <a:ext cx="1004700" cy="158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12"/>
          <p:cNvCxnSpPr>
            <a:stCxn id="677" idx="6"/>
            <a:endCxn id="675" idx="2"/>
          </p:cNvCxnSpPr>
          <p:nvPr/>
        </p:nvCxnSpPr>
        <p:spPr>
          <a:xfrm flipH="1" rot="10800000">
            <a:off x="8108975" y="2606725"/>
            <a:ext cx="1666800" cy="5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86" name="Google Shape;686;p12"/>
          <p:cNvSpPr txBox="1"/>
          <p:nvPr/>
        </p:nvSpPr>
        <p:spPr>
          <a:xfrm>
            <a:off x="8158500" y="2152363"/>
            <a:ext cx="19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прямая гомотопии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3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3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Вариационные автоэнкодеры (VAE)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3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3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6" name="Google Shape;696;p13"/>
          <p:cNvCxnSpPr/>
          <p:nvPr/>
        </p:nvCxnSpPr>
        <p:spPr>
          <a:xfrm rot="10800000">
            <a:off x="8336460" y="1701850"/>
            <a:ext cx="21600" cy="3301500"/>
          </a:xfrm>
          <a:prstGeom prst="straightConnector1">
            <a:avLst/>
          </a:prstGeom>
          <a:noFill/>
          <a:ln cap="flat" cmpd="sng" w="2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7" name="Google Shape;697;p13"/>
          <p:cNvCxnSpPr/>
          <p:nvPr/>
        </p:nvCxnSpPr>
        <p:spPr>
          <a:xfrm>
            <a:off x="6710400" y="3989948"/>
            <a:ext cx="4517100" cy="45600"/>
          </a:xfrm>
          <a:prstGeom prst="straightConnector1">
            <a:avLst/>
          </a:prstGeom>
          <a:noFill/>
          <a:ln cap="flat" cmpd="sng" w="2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8" name="Google Shape;698;p13"/>
          <p:cNvSpPr/>
          <p:nvPr/>
        </p:nvSpPr>
        <p:spPr>
          <a:xfrm>
            <a:off x="9198462" y="2946978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699" name="Google Shape;699;p13"/>
          <p:cNvSpPr/>
          <p:nvPr/>
        </p:nvSpPr>
        <p:spPr>
          <a:xfrm>
            <a:off x="8679176" y="2654261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00" name="Google Shape;700;p13"/>
          <p:cNvSpPr/>
          <p:nvPr/>
        </p:nvSpPr>
        <p:spPr>
          <a:xfrm>
            <a:off x="8686396" y="3450825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01" name="Google Shape;701;p13"/>
          <p:cNvSpPr/>
          <p:nvPr/>
        </p:nvSpPr>
        <p:spPr>
          <a:xfrm>
            <a:off x="9309571" y="2322275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02" name="Google Shape;702;p13"/>
          <p:cNvSpPr/>
          <p:nvPr/>
        </p:nvSpPr>
        <p:spPr>
          <a:xfrm>
            <a:off x="9637146" y="3450825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03" name="Google Shape;703;p13"/>
          <p:cNvSpPr/>
          <p:nvPr/>
        </p:nvSpPr>
        <p:spPr>
          <a:xfrm>
            <a:off x="9931112" y="2716178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04" name="Google Shape;704;p13"/>
          <p:cNvSpPr/>
          <p:nvPr/>
        </p:nvSpPr>
        <p:spPr>
          <a:xfrm>
            <a:off x="10401037" y="3340503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05" name="Google Shape;705;p13"/>
          <p:cNvSpPr/>
          <p:nvPr/>
        </p:nvSpPr>
        <p:spPr>
          <a:xfrm>
            <a:off x="10118312" y="2079428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06" name="Google Shape;706;p13"/>
          <p:cNvSpPr/>
          <p:nvPr/>
        </p:nvSpPr>
        <p:spPr>
          <a:xfrm>
            <a:off x="10530637" y="2615103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07" name="Google Shape;707;p13"/>
          <p:cNvSpPr txBox="1"/>
          <p:nvPr/>
        </p:nvSpPr>
        <p:spPr>
          <a:xfrm>
            <a:off x="8434101" y="1524900"/>
            <a:ext cx="6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8" name="Google Shape;708;p13" title="скрин хенрн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000" y="1834950"/>
            <a:ext cx="5431225" cy="2401063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13"/>
          <p:cNvSpPr txBox="1"/>
          <p:nvPr/>
        </p:nvSpPr>
        <p:spPr>
          <a:xfrm>
            <a:off x="10863726" y="4236025"/>
            <a:ext cx="6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0" name="Google Shape;710;p13"/>
          <p:cNvSpPr txBox="1"/>
          <p:nvPr/>
        </p:nvSpPr>
        <p:spPr>
          <a:xfrm>
            <a:off x="7533225" y="2590325"/>
            <a:ext cx="4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μ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1" name="Google Shape;711;p13"/>
          <p:cNvSpPr txBox="1"/>
          <p:nvPr/>
        </p:nvSpPr>
        <p:spPr>
          <a:xfrm>
            <a:off x="9862600" y="4375650"/>
            <a:ext cx="39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μ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2" name="Google Shape;712;p13"/>
          <p:cNvCxnSpPr>
            <a:stCxn id="703" idx="4"/>
            <a:endCxn id="711" idx="0"/>
          </p:cNvCxnSpPr>
          <p:nvPr/>
        </p:nvCxnSpPr>
        <p:spPr>
          <a:xfrm>
            <a:off x="10024712" y="2893178"/>
            <a:ext cx="37200" cy="148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13"/>
          <p:cNvCxnSpPr>
            <a:stCxn id="703" idx="2"/>
            <a:endCxn id="710" idx="3"/>
          </p:cNvCxnSpPr>
          <p:nvPr/>
        </p:nvCxnSpPr>
        <p:spPr>
          <a:xfrm flipH="1">
            <a:off x="8015312" y="2804678"/>
            <a:ext cx="1915800" cy="1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4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4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Вариационные автоэнкодеры (VAE)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4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4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3" name="Google Shape;723;p14"/>
          <p:cNvCxnSpPr/>
          <p:nvPr/>
        </p:nvCxnSpPr>
        <p:spPr>
          <a:xfrm rot="10800000">
            <a:off x="8336460" y="1701850"/>
            <a:ext cx="21600" cy="3301500"/>
          </a:xfrm>
          <a:prstGeom prst="straightConnector1">
            <a:avLst/>
          </a:prstGeom>
          <a:noFill/>
          <a:ln cap="flat" cmpd="sng" w="2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4" name="Google Shape;724;p14"/>
          <p:cNvCxnSpPr/>
          <p:nvPr/>
        </p:nvCxnSpPr>
        <p:spPr>
          <a:xfrm>
            <a:off x="6710400" y="3989948"/>
            <a:ext cx="4517100" cy="45600"/>
          </a:xfrm>
          <a:prstGeom prst="straightConnector1">
            <a:avLst/>
          </a:prstGeom>
          <a:noFill/>
          <a:ln cap="flat" cmpd="sng" w="2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14"/>
          <p:cNvSpPr/>
          <p:nvPr/>
        </p:nvSpPr>
        <p:spPr>
          <a:xfrm>
            <a:off x="9198462" y="2946978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26" name="Google Shape;726;p14"/>
          <p:cNvSpPr/>
          <p:nvPr/>
        </p:nvSpPr>
        <p:spPr>
          <a:xfrm>
            <a:off x="8679176" y="2654261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27" name="Google Shape;727;p14"/>
          <p:cNvSpPr/>
          <p:nvPr/>
        </p:nvSpPr>
        <p:spPr>
          <a:xfrm>
            <a:off x="8686396" y="3450825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28" name="Google Shape;728;p14"/>
          <p:cNvSpPr/>
          <p:nvPr/>
        </p:nvSpPr>
        <p:spPr>
          <a:xfrm>
            <a:off x="9309571" y="2322275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29" name="Google Shape;729;p14"/>
          <p:cNvSpPr/>
          <p:nvPr/>
        </p:nvSpPr>
        <p:spPr>
          <a:xfrm>
            <a:off x="9637146" y="3450825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30" name="Google Shape;730;p14"/>
          <p:cNvSpPr/>
          <p:nvPr/>
        </p:nvSpPr>
        <p:spPr>
          <a:xfrm>
            <a:off x="9931112" y="2716178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31" name="Google Shape;731;p14"/>
          <p:cNvSpPr/>
          <p:nvPr/>
        </p:nvSpPr>
        <p:spPr>
          <a:xfrm>
            <a:off x="10401037" y="3340503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32" name="Google Shape;732;p14"/>
          <p:cNvSpPr/>
          <p:nvPr/>
        </p:nvSpPr>
        <p:spPr>
          <a:xfrm>
            <a:off x="10118312" y="2079428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33" name="Google Shape;733;p14"/>
          <p:cNvSpPr/>
          <p:nvPr/>
        </p:nvSpPr>
        <p:spPr>
          <a:xfrm>
            <a:off x="10530637" y="2615103"/>
            <a:ext cx="187200" cy="177000"/>
          </a:xfrm>
          <a:prstGeom prst="flowChartConnector">
            <a:avLst/>
          </a:prstGeom>
          <a:solidFill>
            <a:schemeClr val="lt2"/>
          </a:solidFill>
          <a:ln cap="flat" cmpd="sng" w="13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725" lIns="125725" spcFirstLastPara="1" rIns="125725" wrap="square" tIns="12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5"/>
          </a:p>
        </p:txBody>
      </p:sp>
      <p:sp>
        <p:nvSpPr>
          <p:cNvPr id="734" name="Google Shape;734;p14"/>
          <p:cNvSpPr txBox="1"/>
          <p:nvPr/>
        </p:nvSpPr>
        <p:spPr>
          <a:xfrm>
            <a:off x="8434101" y="1524900"/>
            <a:ext cx="6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5" name="Google Shape;735;p14"/>
          <p:cNvSpPr txBox="1"/>
          <p:nvPr/>
        </p:nvSpPr>
        <p:spPr>
          <a:xfrm>
            <a:off x="10863726" y="4236025"/>
            <a:ext cx="6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6" name="Google Shape;736;p14"/>
          <p:cNvSpPr txBox="1"/>
          <p:nvPr/>
        </p:nvSpPr>
        <p:spPr>
          <a:xfrm>
            <a:off x="7533225" y="2590325"/>
            <a:ext cx="4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μ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7" name="Google Shape;737;p14"/>
          <p:cNvSpPr txBox="1"/>
          <p:nvPr/>
        </p:nvSpPr>
        <p:spPr>
          <a:xfrm>
            <a:off x="9862600" y="4375650"/>
            <a:ext cx="39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μ</a:t>
            </a:r>
            <a:r>
              <a:rPr baseline="-25000" lang="en-US" sz="18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aseline="-25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38" name="Google Shape;738;p14"/>
          <p:cNvCxnSpPr>
            <a:stCxn id="730" idx="4"/>
            <a:endCxn id="737" idx="0"/>
          </p:cNvCxnSpPr>
          <p:nvPr/>
        </p:nvCxnSpPr>
        <p:spPr>
          <a:xfrm>
            <a:off x="10024712" y="2893178"/>
            <a:ext cx="37200" cy="148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14"/>
          <p:cNvCxnSpPr>
            <a:stCxn id="730" idx="2"/>
            <a:endCxn id="736" idx="3"/>
          </p:cNvCxnSpPr>
          <p:nvPr/>
        </p:nvCxnSpPr>
        <p:spPr>
          <a:xfrm flipH="1">
            <a:off x="8015312" y="2804678"/>
            <a:ext cx="1915800" cy="1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pic>
        <p:nvPicPr>
          <p:cNvPr id="740" name="Google Shape;740;p14" title="Снимок экрана_23-10-2026_201319_www.youtube.co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575" y="1417250"/>
            <a:ext cx="4865525" cy="3685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4"/>
          <p:cNvSpPr txBox="1"/>
          <p:nvPr/>
        </p:nvSpPr>
        <p:spPr>
          <a:xfrm>
            <a:off x="7476700" y="5410300"/>
            <a:ext cx="282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baseline="-25000"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(h</a:t>
            </a:r>
            <a:r>
              <a:rPr baseline="-25000"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, h</a:t>
            </a:r>
            <a:r>
              <a:rPr baseline="-25000"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, …)</a:t>
            </a:r>
            <a:endParaRPr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2" name="Google Shape;742;p14"/>
          <p:cNvSpPr txBox="1"/>
          <p:nvPr/>
        </p:nvSpPr>
        <p:spPr>
          <a:xfrm>
            <a:off x="1432375" y="5428763"/>
            <a:ext cx="282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baseline="-25000"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(h</a:t>
            </a:r>
            <a:r>
              <a:rPr baseline="-25000"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, h</a:t>
            </a:r>
            <a:r>
              <a:rPr baseline="-25000"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2700">
                <a:latin typeface="Times New Roman"/>
                <a:ea typeface="Times New Roman"/>
                <a:cs typeface="Times New Roman"/>
                <a:sym typeface="Times New Roman"/>
              </a:rPr>
              <a:t>, …)</a:t>
            </a:r>
            <a:endParaRPr i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5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5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Вариационные автоэнкодеры (VAE)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5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5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5"/>
          <p:cNvSpPr/>
          <p:nvPr/>
        </p:nvSpPr>
        <p:spPr>
          <a:xfrm>
            <a:off x="3164050" y="2080175"/>
            <a:ext cx="635100" cy="361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753" name="Google Shape;753;p15"/>
          <p:cNvSpPr/>
          <p:nvPr/>
        </p:nvSpPr>
        <p:spPr>
          <a:xfrm>
            <a:off x="8670150" y="2144975"/>
            <a:ext cx="635100" cy="361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5"/>
          <p:cNvSpPr/>
          <p:nvPr/>
        </p:nvSpPr>
        <p:spPr>
          <a:xfrm>
            <a:off x="5417650" y="4993175"/>
            <a:ext cx="2574600" cy="7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Montserrat"/>
                <a:ea typeface="Montserrat"/>
                <a:cs typeface="Montserrat"/>
                <a:sym typeface="Montserrat"/>
              </a:rPr>
              <a:t>Генератор нормальных СВ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5" name="Google Shape;755;p15"/>
          <p:cNvSpPr/>
          <p:nvPr/>
        </p:nvSpPr>
        <p:spPr>
          <a:xfrm>
            <a:off x="1615900" y="21491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5"/>
          <p:cNvSpPr/>
          <p:nvPr/>
        </p:nvSpPr>
        <p:spPr>
          <a:xfrm>
            <a:off x="1615900" y="2697413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5"/>
          <p:cNvSpPr/>
          <p:nvPr/>
        </p:nvSpPr>
        <p:spPr>
          <a:xfrm>
            <a:off x="1615900" y="32456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5"/>
          <p:cNvSpPr/>
          <p:nvPr/>
        </p:nvSpPr>
        <p:spPr>
          <a:xfrm>
            <a:off x="1615900" y="379392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5"/>
          <p:cNvSpPr/>
          <p:nvPr/>
        </p:nvSpPr>
        <p:spPr>
          <a:xfrm>
            <a:off x="1615900" y="43421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5"/>
          <p:cNvSpPr/>
          <p:nvPr/>
        </p:nvSpPr>
        <p:spPr>
          <a:xfrm>
            <a:off x="1615900" y="54386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5"/>
          <p:cNvSpPr txBox="1"/>
          <p:nvPr/>
        </p:nvSpPr>
        <p:spPr>
          <a:xfrm>
            <a:off x="1615900" y="4768175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15"/>
          <p:cNvSpPr/>
          <p:nvPr/>
        </p:nvSpPr>
        <p:spPr>
          <a:xfrm rot="5400000">
            <a:off x="3433575" y="4844325"/>
            <a:ext cx="372300" cy="2364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5"/>
          <p:cNvSpPr/>
          <p:nvPr/>
        </p:nvSpPr>
        <p:spPr>
          <a:xfrm rot="10800000">
            <a:off x="1173400" y="2122025"/>
            <a:ext cx="372300" cy="3663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5"/>
          <p:cNvSpPr/>
          <p:nvPr/>
        </p:nvSpPr>
        <p:spPr>
          <a:xfrm>
            <a:off x="10390325" y="2137500"/>
            <a:ext cx="372300" cy="3663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5"/>
          <p:cNvSpPr/>
          <p:nvPr/>
        </p:nvSpPr>
        <p:spPr>
          <a:xfrm rot="5400000">
            <a:off x="6518800" y="4915825"/>
            <a:ext cx="372300" cy="2364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5"/>
          <p:cNvSpPr txBox="1"/>
          <p:nvPr/>
        </p:nvSpPr>
        <p:spPr>
          <a:xfrm>
            <a:off x="3104650" y="6213475"/>
            <a:ext cx="11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кодер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7" name="Google Shape;767;p15"/>
          <p:cNvSpPr txBox="1"/>
          <p:nvPr/>
        </p:nvSpPr>
        <p:spPr>
          <a:xfrm>
            <a:off x="6218725" y="6284275"/>
            <a:ext cx="148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декодер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15"/>
          <p:cNvSpPr txBox="1"/>
          <p:nvPr/>
        </p:nvSpPr>
        <p:spPr>
          <a:xfrm>
            <a:off x="10702775" y="2503475"/>
            <a:ext cx="1488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выходное изображение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15"/>
          <p:cNvSpPr txBox="1"/>
          <p:nvPr/>
        </p:nvSpPr>
        <p:spPr>
          <a:xfrm>
            <a:off x="104300" y="2989700"/>
            <a:ext cx="1334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входное изображение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70" name="Google Shape;770;p15"/>
          <p:cNvCxnSpPr>
            <a:stCxn id="755" idx="6"/>
          </p:cNvCxnSpPr>
          <p:nvPr/>
        </p:nvCxnSpPr>
        <p:spPr>
          <a:xfrm flipH="1" rot="10800000">
            <a:off x="1948300" y="2296000"/>
            <a:ext cx="12312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15"/>
          <p:cNvCxnSpPr>
            <a:stCxn id="756" idx="6"/>
          </p:cNvCxnSpPr>
          <p:nvPr/>
        </p:nvCxnSpPr>
        <p:spPr>
          <a:xfrm flipH="1" rot="10800000">
            <a:off x="1948300" y="2839163"/>
            <a:ext cx="1208400" cy="1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15"/>
          <p:cNvCxnSpPr>
            <a:stCxn id="757" idx="6"/>
          </p:cNvCxnSpPr>
          <p:nvPr/>
        </p:nvCxnSpPr>
        <p:spPr>
          <a:xfrm flipH="1" rot="10800000">
            <a:off x="1948300" y="3395825"/>
            <a:ext cx="12174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15"/>
          <p:cNvCxnSpPr>
            <a:stCxn id="758" idx="6"/>
          </p:cNvCxnSpPr>
          <p:nvPr/>
        </p:nvCxnSpPr>
        <p:spPr>
          <a:xfrm>
            <a:off x="1948300" y="3953975"/>
            <a:ext cx="1222200" cy="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15"/>
          <p:cNvCxnSpPr>
            <a:stCxn id="759" idx="6"/>
          </p:cNvCxnSpPr>
          <p:nvPr/>
        </p:nvCxnSpPr>
        <p:spPr>
          <a:xfrm>
            <a:off x="1948300" y="4502225"/>
            <a:ext cx="1222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5"/>
          <p:cNvCxnSpPr>
            <a:stCxn id="760" idx="6"/>
          </p:cNvCxnSpPr>
          <p:nvPr/>
        </p:nvCxnSpPr>
        <p:spPr>
          <a:xfrm>
            <a:off x="1948300" y="5598725"/>
            <a:ext cx="1212900" cy="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15"/>
          <p:cNvSpPr/>
          <p:nvPr/>
        </p:nvSpPr>
        <p:spPr>
          <a:xfrm>
            <a:off x="9741375" y="2164613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5"/>
          <p:cNvSpPr/>
          <p:nvPr/>
        </p:nvSpPr>
        <p:spPr>
          <a:xfrm>
            <a:off x="9741375" y="27128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5"/>
          <p:cNvSpPr/>
          <p:nvPr/>
        </p:nvSpPr>
        <p:spPr>
          <a:xfrm>
            <a:off x="9741375" y="326113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5"/>
          <p:cNvSpPr/>
          <p:nvPr/>
        </p:nvSpPr>
        <p:spPr>
          <a:xfrm>
            <a:off x="9741375" y="380938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5"/>
          <p:cNvSpPr/>
          <p:nvPr/>
        </p:nvSpPr>
        <p:spPr>
          <a:xfrm>
            <a:off x="9741375" y="435763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5"/>
          <p:cNvSpPr/>
          <p:nvPr/>
        </p:nvSpPr>
        <p:spPr>
          <a:xfrm>
            <a:off x="9741375" y="545413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5"/>
          <p:cNvSpPr txBox="1"/>
          <p:nvPr/>
        </p:nvSpPr>
        <p:spPr>
          <a:xfrm>
            <a:off x="9741375" y="4783638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3" name="Google Shape;783;p15"/>
          <p:cNvSpPr txBox="1"/>
          <p:nvPr/>
        </p:nvSpPr>
        <p:spPr>
          <a:xfrm rot="-5400425">
            <a:off x="2269139" y="3390364"/>
            <a:ext cx="2424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Нейронная сеть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4" name="Google Shape;784;p15"/>
          <p:cNvSpPr txBox="1"/>
          <p:nvPr/>
        </p:nvSpPr>
        <p:spPr>
          <a:xfrm rot="-5400425">
            <a:off x="7775239" y="3583814"/>
            <a:ext cx="2424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Нейронная сеть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15"/>
          <p:cNvSpPr/>
          <p:nvPr/>
        </p:nvSpPr>
        <p:spPr>
          <a:xfrm>
            <a:off x="6068450" y="3874425"/>
            <a:ext cx="332400" cy="3201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x</a:t>
            </a:r>
            <a:endParaRPr b="1" sz="1700"/>
          </a:p>
        </p:txBody>
      </p:sp>
      <p:sp>
        <p:nvSpPr>
          <p:cNvPr id="786" name="Google Shape;786;p15"/>
          <p:cNvSpPr/>
          <p:nvPr/>
        </p:nvSpPr>
        <p:spPr>
          <a:xfrm>
            <a:off x="7037237" y="3869925"/>
            <a:ext cx="332400" cy="3201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+</a:t>
            </a:r>
            <a:endParaRPr b="1" sz="1700"/>
          </a:p>
        </p:txBody>
      </p:sp>
      <p:sp>
        <p:nvSpPr>
          <p:cNvPr id="787" name="Google Shape;787;p15"/>
          <p:cNvSpPr/>
          <p:nvPr/>
        </p:nvSpPr>
        <p:spPr>
          <a:xfrm>
            <a:off x="4562913" y="2080185"/>
            <a:ext cx="788275" cy="1215250"/>
          </a:xfrm>
          <a:prstGeom prst="flowChartProcess">
            <a:avLst/>
          </a:prstGeom>
          <a:solidFill>
            <a:srgbClr val="FEF7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5"/>
          <p:cNvSpPr/>
          <p:nvPr/>
        </p:nvSpPr>
        <p:spPr>
          <a:xfrm>
            <a:off x="4752750" y="2135964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5"/>
          <p:cNvSpPr/>
          <p:nvPr/>
        </p:nvSpPr>
        <p:spPr>
          <a:xfrm>
            <a:off x="4752750" y="2804664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5"/>
          <p:cNvSpPr/>
          <p:nvPr/>
        </p:nvSpPr>
        <p:spPr>
          <a:xfrm>
            <a:off x="4559388" y="3777935"/>
            <a:ext cx="788275" cy="1215250"/>
          </a:xfrm>
          <a:prstGeom prst="flowChartProcess">
            <a:avLst/>
          </a:prstGeom>
          <a:solidFill>
            <a:srgbClr val="EEF3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5"/>
          <p:cNvSpPr/>
          <p:nvPr/>
        </p:nvSpPr>
        <p:spPr>
          <a:xfrm>
            <a:off x="4752763" y="3813813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5"/>
          <p:cNvSpPr/>
          <p:nvPr/>
        </p:nvSpPr>
        <p:spPr>
          <a:xfrm>
            <a:off x="4752763" y="4520763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3" name="Google Shape;793;p15"/>
          <p:cNvCxnSpPr>
            <a:endCxn id="787" idx="1"/>
          </p:cNvCxnSpPr>
          <p:nvPr/>
        </p:nvCxnSpPr>
        <p:spPr>
          <a:xfrm flipH="1" rot="10800000">
            <a:off x="3801813" y="2687810"/>
            <a:ext cx="761100" cy="119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15"/>
          <p:cNvCxnSpPr>
            <a:endCxn id="790" idx="1"/>
          </p:cNvCxnSpPr>
          <p:nvPr/>
        </p:nvCxnSpPr>
        <p:spPr>
          <a:xfrm>
            <a:off x="3818088" y="3892060"/>
            <a:ext cx="741300" cy="49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15"/>
          <p:cNvCxnSpPr>
            <a:endCxn id="785" idx="2"/>
          </p:cNvCxnSpPr>
          <p:nvPr/>
        </p:nvCxnSpPr>
        <p:spPr>
          <a:xfrm>
            <a:off x="5346350" y="4025175"/>
            <a:ext cx="722100" cy="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15"/>
          <p:cNvCxnSpPr>
            <a:stCxn id="785" idx="6"/>
            <a:endCxn id="786" idx="2"/>
          </p:cNvCxnSpPr>
          <p:nvPr/>
        </p:nvCxnSpPr>
        <p:spPr>
          <a:xfrm flipH="1" rot="10800000">
            <a:off x="6400850" y="4029975"/>
            <a:ext cx="6363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15"/>
          <p:cNvCxnSpPr>
            <a:stCxn id="786" idx="6"/>
          </p:cNvCxnSpPr>
          <p:nvPr/>
        </p:nvCxnSpPr>
        <p:spPr>
          <a:xfrm flipH="1" rot="10800000">
            <a:off x="7369637" y="4027575"/>
            <a:ext cx="1299600" cy="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15"/>
          <p:cNvCxnSpPr>
            <a:stCxn id="785" idx="4"/>
          </p:cNvCxnSpPr>
          <p:nvPr/>
        </p:nvCxnSpPr>
        <p:spPr>
          <a:xfrm flipH="1">
            <a:off x="6229250" y="4194525"/>
            <a:ext cx="5400" cy="79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15"/>
          <p:cNvCxnSpPr>
            <a:endCxn id="786" idx="0"/>
          </p:cNvCxnSpPr>
          <p:nvPr/>
        </p:nvCxnSpPr>
        <p:spPr>
          <a:xfrm>
            <a:off x="5351237" y="2687925"/>
            <a:ext cx="1852200" cy="11820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15"/>
          <p:cNvSpPr txBox="1"/>
          <p:nvPr/>
        </p:nvSpPr>
        <p:spPr>
          <a:xfrm>
            <a:off x="5503175" y="2164613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Montserrat"/>
                <a:ea typeface="Montserrat"/>
                <a:cs typeface="Montserrat"/>
                <a:sym typeface="Montserrat"/>
              </a:rPr>
              <a:t>μ</a:t>
            </a:r>
            <a:endParaRPr b="1" i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1" name="Google Shape;801;p15"/>
          <p:cNvSpPr txBox="1"/>
          <p:nvPr/>
        </p:nvSpPr>
        <p:spPr>
          <a:xfrm>
            <a:off x="5410637" y="3519275"/>
            <a:ext cx="7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Montserrat"/>
                <a:ea typeface="Montserrat"/>
                <a:cs typeface="Montserrat"/>
                <a:sym typeface="Montserrat"/>
              </a:rPr>
              <a:t>σ</a:t>
            </a:r>
            <a:r>
              <a:rPr b="1" baseline="-25000"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="1" baseline="30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baseline="30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p15"/>
          <p:cNvSpPr txBox="1"/>
          <p:nvPr/>
        </p:nvSpPr>
        <p:spPr>
          <a:xfrm>
            <a:off x="7900487" y="3568275"/>
            <a:ext cx="7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endParaRPr b="1" baseline="30000" i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3" name="Google Shape;803;p15"/>
          <p:cNvSpPr txBox="1"/>
          <p:nvPr/>
        </p:nvSpPr>
        <p:spPr>
          <a:xfrm>
            <a:off x="7900448" y="5867275"/>
            <a:ext cx="2574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300">
                <a:latin typeface="Times New Roman"/>
                <a:ea typeface="Times New Roman"/>
                <a:cs typeface="Times New Roman"/>
                <a:sym typeface="Times New Roman"/>
              </a:rPr>
              <a:t>h = </a:t>
            </a:r>
            <a:r>
              <a:rPr i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baseline="-25000" i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⛒</a:t>
            </a:r>
            <a:r>
              <a:rPr i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 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μ </a:t>
            </a:r>
            <a:endParaRPr i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6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6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Функция потерь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6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6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6"/>
          <p:cNvSpPr txBox="1"/>
          <p:nvPr/>
        </p:nvSpPr>
        <p:spPr>
          <a:xfrm>
            <a:off x="548700" y="1905250"/>
            <a:ext cx="115260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class VAELoss(nn.Module):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  def forward(self, x, y, h_mean, h_log_var):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    img_loss = torch.sum(torch.square(x - y), dim=-1)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    kl_loss = -0.5 * torch.sum(1 + h_log_var - torch.square(h_mean) - </a:t>
            </a: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torch.exp(h_log_var), dim=-1)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    return torch.mean(img_loss + kl_loss)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4" name="Google Shape;814;p16"/>
          <p:cNvSpPr txBox="1"/>
          <p:nvPr/>
        </p:nvSpPr>
        <p:spPr>
          <a:xfrm>
            <a:off x="625000" y="4130163"/>
            <a:ext cx="10941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Montserrat"/>
                <a:ea typeface="Montserrat"/>
                <a:cs typeface="Montserrat"/>
                <a:sym typeface="Montserrat"/>
              </a:rPr>
              <a:t>x - тензор входных данных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 - тензор выходных данных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h_mean - мини-батч средних значений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h_log_var - мини-батч логарифмов дисперсий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7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7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Вариационные автоэнкодеры (VAE)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7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7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7"/>
          <p:cNvSpPr/>
          <p:nvPr/>
        </p:nvSpPr>
        <p:spPr>
          <a:xfrm>
            <a:off x="3164050" y="1475413"/>
            <a:ext cx="635100" cy="361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825" name="Google Shape;825;p17"/>
          <p:cNvSpPr/>
          <p:nvPr/>
        </p:nvSpPr>
        <p:spPr>
          <a:xfrm>
            <a:off x="8670150" y="1540213"/>
            <a:ext cx="635100" cy="361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7"/>
          <p:cNvSpPr/>
          <p:nvPr/>
        </p:nvSpPr>
        <p:spPr>
          <a:xfrm>
            <a:off x="5417650" y="4388413"/>
            <a:ext cx="2574600" cy="7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Montserrat"/>
                <a:ea typeface="Montserrat"/>
                <a:cs typeface="Montserrat"/>
                <a:sym typeface="Montserrat"/>
              </a:rPr>
              <a:t>Генератор нормальных СВ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7" name="Google Shape;827;p17"/>
          <p:cNvSpPr/>
          <p:nvPr/>
        </p:nvSpPr>
        <p:spPr>
          <a:xfrm>
            <a:off x="1615900" y="1544388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1615900" y="20926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1615900" y="2640913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1615900" y="3189163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1615900" y="3737413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7"/>
          <p:cNvSpPr/>
          <p:nvPr/>
        </p:nvSpPr>
        <p:spPr>
          <a:xfrm>
            <a:off x="1615900" y="4833913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7"/>
          <p:cNvSpPr txBox="1"/>
          <p:nvPr/>
        </p:nvSpPr>
        <p:spPr>
          <a:xfrm>
            <a:off x="1615900" y="4163413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4" name="Google Shape;834;p17"/>
          <p:cNvSpPr/>
          <p:nvPr/>
        </p:nvSpPr>
        <p:spPr>
          <a:xfrm rot="5400000">
            <a:off x="3433575" y="4239563"/>
            <a:ext cx="372300" cy="2364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7"/>
          <p:cNvSpPr/>
          <p:nvPr/>
        </p:nvSpPr>
        <p:spPr>
          <a:xfrm rot="10800000">
            <a:off x="1173400" y="1517263"/>
            <a:ext cx="372300" cy="3663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7"/>
          <p:cNvSpPr/>
          <p:nvPr/>
        </p:nvSpPr>
        <p:spPr>
          <a:xfrm>
            <a:off x="10390325" y="1532738"/>
            <a:ext cx="372300" cy="3663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7"/>
          <p:cNvSpPr/>
          <p:nvPr/>
        </p:nvSpPr>
        <p:spPr>
          <a:xfrm rot="5400000">
            <a:off x="6518800" y="4311063"/>
            <a:ext cx="372300" cy="2364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7"/>
          <p:cNvSpPr txBox="1"/>
          <p:nvPr/>
        </p:nvSpPr>
        <p:spPr>
          <a:xfrm>
            <a:off x="3068925" y="5750700"/>
            <a:ext cx="11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кодер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9" name="Google Shape;839;p17"/>
          <p:cNvSpPr txBox="1"/>
          <p:nvPr/>
        </p:nvSpPr>
        <p:spPr>
          <a:xfrm>
            <a:off x="6130800" y="5828525"/>
            <a:ext cx="148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декодер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0" name="Google Shape;840;p17"/>
          <p:cNvSpPr txBox="1"/>
          <p:nvPr/>
        </p:nvSpPr>
        <p:spPr>
          <a:xfrm>
            <a:off x="10702775" y="1898713"/>
            <a:ext cx="1488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выходное изображение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1" name="Google Shape;841;p17"/>
          <p:cNvSpPr txBox="1"/>
          <p:nvPr/>
        </p:nvSpPr>
        <p:spPr>
          <a:xfrm>
            <a:off x="104300" y="2384938"/>
            <a:ext cx="1334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входное изображение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2" name="Google Shape;842;p17"/>
          <p:cNvCxnSpPr>
            <a:stCxn id="827" idx="6"/>
          </p:cNvCxnSpPr>
          <p:nvPr/>
        </p:nvCxnSpPr>
        <p:spPr>
          <a:xfrm flipH="1" rot="10800000">
            <a:off x="1948300" y="1691238"/>
            <a:ext cx="12312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17"/>
          <p:cNvCxnSpPr>
            <a:stCxn id="828" idx="6"/>
          </p:cNvCxnSpPr>
          <p:nvPr/>
        </p:nvCxnSpPr>
        <p:spPr>
          <a:xfrm flipH="1" rot="10800000">
            <a:off x="1948300" y="2234400"/>
            <a:ext cx="1208400" cy="1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7"/>
          <p:cNvCxnSpPr>
            <a:stCxn id="829" idx="6"/>
          </p:cNvCxnSpPr>
          <p:nvPr/>
        </p:nvCxnSpPr>
        <p:spPr>
          <a:xfrm flipH="1" rot="10800000">
            <a:off x="1948300" y="2791063"/>
            <a:ext cx="12174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7"/>
          <p:cNvCxnSpPr>
            <a:stCxn id="830" idx="6"/>
          </p:cNvCxnSpPr>
          <p:nvPr/>
        </p:nvCxnSpPr>
        <p:spPr>
          <a:xfrm>
            <a:off x="1948300" y="3349213"/>
            <a:ext cx="1222200" cy="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17"/>
          <p:cNvCxnSpPr>
            <a:stCxn id="831" idx="6"/>
          </p:cNvCxnSpPr>
          <p:nvPr/>
        </p:nvCxnSpPr>
        <p:spPr>
          <a:xfrm>
            <a:off x="1948300" y="3897463"/>
            <a:ext cx="12222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17"/>
          <p:cNvCxnSpPr>
            <a:stCxn id="832" idx="6"/>
          </p:cNvCxnSpPr>
          <p:nvPr/>
        </p:nvCxnSpPr>
        <p:spPr>
          <a:xfrm>
            <a:off x="1948300" y="4993963"/>
            <a:ext cx="1212900" cy="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8" name="Google Shape;848;p17"/>
          <p:cNvSpPr/>
          <p:nvPr/>
        </p:nvSpPr>
        <p:spPr>
          <a:xfrm>
            <a:off x="9741375" y="1559850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7"/>
          <p:cNvSpPr/>
          <p:nvPr/>
        </p:nvSpPr>
        <p:spPr>
          <a:xfrm>
            <a:off x="9741375" y="2108113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7"/>
          <p:cNvSpPr/>
          <p:nvPr/>
        </p:nvSpPr>
        <p:spPr>
          <a:xfrm>
            <a:off x="9741375" y="26563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7"/>
          <p:cNvSpPr/>
          <p:nvPr/>
        </p:nvSpPr>
        <p:spPr>
          <a:xfrm>
            <a:off x="9741375" y="320462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7"/>
          <p:cNvSpPr/>
          <p:nvPr/>
        </p:nvSpPr>
        <p:spPr>
          <a:xfrm>
            <a:off x="9741375" y="37528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7"/>
          <p:cNvSpPr/>
          <p:nvPr/>
        </p:nvSpPr>
        <p:spPr>
          <a:xfrm>
            <a:off x="9741375" y="4849375"/>
            <a:ext cx="332400" cy="320100"/>
          </a:xfrm>
          <a:prstGeom prst="ellipse">
            <a:avLst/>
          </a:prstGeom>
          <a:solidFill>
            <a:srgbClr val="EEF3FD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7"/>
          <p:cNvSpPr txBox="1"/>
          <p:nvPr/>
        </p:nvSpPr>
        <p:spPr>
          <a:xfrm>
            <a:off x="9741375" y="4178875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5" name="Google Shape;855;p17"/>
          <p:cNvSpPr txBox="1"/>
          <p:nvPr/>
        </p:nvSpPr>
        <p:spPr>
          <a:xfrm rot="-5400425">
            <a:off x="2269139" y="2785601"/>
            <a:ext cx="2424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Нейронная сеть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6" name="Google Shape;856;p17"/>
          <p:cNvSpPr txBox="1"/>
          <p:nvPr/>
        </p:nvSpPr>
        <p:spPr>
          <a:xfrm rot="-5400425">
            <a:off x="7775239" y="2979051"/>
            <a:ext cx="2424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Нейронная сеть 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7" name="Google Shape;857;p17"/>
          <p:cNvSpPr/>
          <p:nvPr/>
        </p:nvSpPr>
        <p:spPr>
          <a:xfrm>
            <a:off x="6068450" y="3269663"/>
            <a:ext cx="332400" cy="3201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x</a:t>
            </a:r>
            <a:endParaRPr b="1" sz="1700"/>
          </a:p>
        </p:txBody>
      </p:sp>
      <p:sp>
        <p:nvSpPr>
          <p:cNvPr id="858" name="Google Shape;858;p17"/>
          <p:cNvSpPr/>
          <p:nvPr/>
        </p:nvSpPr>
        <p:spPr>
          <a:xfrm>
            <a:off x="7037237" y="3265163"/>
            <a:ext cx="332400" cy="320100"/>
          </a:xfrm>
          <a:prstGeom prst="ellipse">
            <a:avLst/>
          </a:prstGeom>
          <a:solidFill>
            <a:srgbClr val="EAD1DC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+</a:t>
            </a:r>
            <a:endParaRPr b="1" sz="1700"/>
          </a:p>
        </p:txBody>
      </p:sp>
      <p:sp>
        <p:nvSpPr>
          <p:cNvPr id="859" name="Google Shape;859;p17"/>
          <p:cNvSpPr/>
          <p:nvPr/>
        </p:nvSpPr>
        <p:spPr>
          <a:xfrm>
            <a:off x="4562913" y="1475423"/>
            <a:ext cx="788275" cy="1215250"/>
          </a:xfrm>
          <a:prstGeom prst="flowChartProcess">
            <a:avLst/>
          </a:prstGeom>
          <a:solidFill>
            <a:srgbClr val="FEF7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7"/>
          <p:cNvSpPr/>
          <p:nvPr/>
        </p:nvSpPr>
        <p:spPr>
          <a:xfrm>
            <a:off x="4752750" y="1531201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7"/>
          <p:cNvSpPr/>
          <p:nvPr/>
        </p:nvSpPr>
        <p:spPr>
          <a:xfrm>
            <a:off x="4752750" y="2199901"/>
            <a:ext cx="408600" cy="4134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7"/>
          <p:cNvSpPr/>
          <p:nvPr/>
        </p:nvSpPr>
        <p:spPr>
          <a:xfrm>
            <a:off x="4559388" y="3173173"/>
            <a:ext cx="788275" cy="1215250"/>
          </a:xfrm>
          <a:prstGeom prst="flowChartProcess">
            <a:avLst/>
          </a:prstGeom>
          <a:solidFill>
            <a:srgbClr val="EEF3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7"/>
          <p:cNvSpPr/>
          <p:nvPr/>
        </p:nvSpPr>
        <p:spPr>
          <a:xfrm>
            <a:off x="4752763" y="3209050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7"/>
          <p:cNvSpPr/>
          <p:nvPr/>
        </p:nvSpPr>
        <p:spPr>
          <a:xfrm>
            <a:off x="4752763" y="3916000"/>
            <a:ext cx="408600" cy="4413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5" name="Google Shape;865;p17"/>
          <p:cNvCxnSpPr>
            <a:endCxn id="859" idx="1"/>
          </p:cNvCxnSpPr>
          <p:nvPr/>
        </p:nvCxnSpPr>
        <p:spPr>
          <a:xfrm flipH="1" rot="10800000">
            <a:off x="3801813" y="2083048"/>
            <a:ext cx="761100" cy="119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17"/>
          <p:cNvCxnSpPr>
            <a:endCxn id="862" idx="1"/>
          </p:cNvCxnSpPr>
          <p:nvPr/>
        </p:nvCxnSpPr>
        <p:spPr>
          <a:xfrm>
            <a:off x="3818088" y="3287298"/>
            <a:ext cx="741300" cy="49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17"/>
          <p:cNvCxnSpPr>
            <a:endCxn id="857" idx="2"/>
          </p:cNvCxnSpPr>
          <p:nvPr/>
        </p:nvCxnSpPr>
        <p:spPr>
          <a:xfrm>
            <a:off x="5346350" y="3420413"/>
            <a:ext cx="722100" cy="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17"/>
          <p:cNvCxnSpPr>
            <a:stCxn id="857" idx="6"/>
            <a:endCxn id="858" idx="2"/>
          </p:cNvCxnSpPr>
          <p:nvPr/>
        </p:nvCxnSpPr>
        <p:spPr>
          <a:xfrm flipH="1" rot="10800000">
            <a:off x="6400850" y="3425213"/>
            <a:ext cx="6363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17"/>
          <p:cNvCxnSpPr>
            <a:stCxn id="858" idx="6"/>
          </p:cNvCxnSpPr>
          <p:nvPr/>
        </p:nvCxnSpPr>
        <p:spPr>
          <a:xfrm flipH="1" rot="10800000">
            <a:off x="7369637" y="3422813"/>
            <a:ext cx="1299600" cy="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17"/>
          <p:cNvCxnSpPr>
            <a:stCxn id="857" idx="4"/>
          </p:cNvCxnSpPr>
          <p:nvPr/>
        </p:nvCxnSpPr>
        <p:spPr>
          <a:xfrm flipH="1">
            <a:off x="6229250" y="3589763"/>
            <a:ext cx="5400" cy="79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17"/>
          <p:cNvCxnSpPr>
            <a:endCxn id="858" idx="0"/>
          </p:cNvCxnSpPr>
          <p:nvPr/>
        </p:nvCxnSpPr>
        <p:spPr>
          <a:xfrm>
            <a:off x="5351237" y="2083163"/>
            <a:ext cx="1852200" cy="11820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17"/>
          <p:cNvSpPr txBox="1"/>
          <p:nvPr/>
        </p:nvSpPr>
        <p:spPr>
          <a:xfrm>
            <a:off x="5503175" y="1559850"/>
            <a:ext cx="40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Montserrat"/>
                <a:ea typeface="Montserrat"/>
                <a:cs typeface="Montserrat"/>
                <a:sym typeface="Montserrat"/>
              </a:rPr>
              <a:t>μ</a:t>
            </a:r>
            <a:endParaRPr b="1" i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17"/>
          <p:cNvSpPr txBox="1"/>
          <p:nvPr/>
        </p:nvSpPr>
        <p:spPr>
          <a:xfrm>
            <a:off x="5410637" y="2914513"/>
            <a:ext cx="7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Montserrat"/>
                <a:ea typeface="Montserrat"/>
                <a:cs typeface="Montserrat"/>
                <a:sym typeface="Montserrat"/>
              </a:rPr>
              <a:t>σ</a:t>
            </a:r>
            <a:r>
              <a:rPr b="1" baseline="-25000"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b="1" baseline="30000" lang="en-US" sz="1800"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baseline="30000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17"/>
          <p:cNvSpPr txBox="1"/>
          <p:nvPr/>
        </p:nvSpPr>
        <p:spPr>
          <a:xfrm>
            <a:off x="7900487" y="2963513"/>
            <a:ext cx="7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Montserrat"/>
                <a:ea typeface="Montserrat"/>
                <a:cs typeface="Montserrat"/>
                <a:sym typeface="Montserrat"/>
              </a:rPr>
              <a:t>h</a:t>
            </a:r>
            <a:endParaRPr b="1" baseline="30000" i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5" name="Google Shape;875;p17"/>
          <p:cNvSpPr txBox="1"/>
          <p:nvPr/>
        </p:nvSpPr>
        <p:spPr>
          <a:xfrm>
            <a:off x="7900448" y="5262513"/>
            <a:ext cx="2574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300">
                <a:latin typeface="Times New Roman"/>
                <a:ea typeface="Times New Roman"/>
                <a:cs typeface="Times New Roman"/>
                <a:sym typeface="Times New Roman"/>
              </a:rPr>
              <a:t>MSE = 1/N</a:t>
            </a:r>
            <a:endParaRPr i="1"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6" name="Google Shape;876;p17" title="апапапупе4цукпкемек4м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135" y="2388964"/>
            <a:ext cx="1488900" cy="1512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8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8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Генеративно-состязательные сети</a:t>
            </a: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(GAN)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8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8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6" name="Google Shape;8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804125"/>
            <a:ext cx="1097750" cy="11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8800" y="1804127"/>
            <a:ext cx="1202237" cy="11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475" y="1811995"/>
            <a:ext cx="1202225" cy="1186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5950" y="1808046"/>
            <a:ext cx="1202225" cy="1194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89675" y="1832558"/>
            <a:ext cx="1202225" cy="119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18" title="5 mea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31213" y="3786500"/>
            <a:ext cx="918750" cy="902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2" name="Google Shape;892;p18"/>
          <p:cNvCxnSpPr>
            <a:stCxn id="886" idx="2"/>
            <a:endCxn id="891" idx="0"/>
          </p:cNvCxnSpPr>
          <p:nvPr/>
        </p:nvCxnSpPr>
        <p:spPr>
          <a:xfrm>
            <a:off x="1097525" y="2930775"/>
            <a:ext cx="2893200" cy="85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18"/>
          <p:cNvCxnSpPr>
            <a:stCxn id="887" idx="2"/>
            <a:endCxn id="891" idx="0"/>
          </p:cNvCxnSpPr>
          <p:nvPr/>
        </p:nvCxnSpPr>
        <p:spPr>
          <a:xfrm>
            <a:off x="2399918" y="2998402"/>
            <a:ext cx="1590600" cy="78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18"/>
          <p:cNvCxnSpPr>
            <a:stCxn id="888" idx="2"/>
            <a:endCxn id="891" idx="0"/>
          </p:cNvCxnSpPr>
          <p:nvPr/>
        </p:nvCxnSpPr>
        <p:spPr>
          <a:xfrm>
            <a:off x="3990588" y="2998402"/>
            <a:ext cx="0" cy="78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18"/>
          <p:cNvCxnSpPr>
            <a:stCxn id="890" idx="2"/>
            <a:endCxn id="891" idx="0"/>
          </p:cNvCxnSpPr>
          <p:nvPr/>
        </p:nvCxnSpPr>
        <p:spPr>
          <a:xfrm flipH="1">
            <a:off x="3990587" y="3026977"/>
            <a:ext cx="1600200" cy="75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18"/>
          <p:cNvCxnSpPr>
            <a:stCxn id="889" idx="2"/>
            <a:endCxn id="891" idx="0"/>
          </p:cNvCxnSpPr>
          <p:nvPr/>
        </p:nvCxnSpPr>
        <p:spPr>
          <a:xfrm flipH="1">
            <a:off x="3990663" y="3002362"/>
            <a:ext cx="3386400" cy="78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7" name="Google Shape;89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04003" y="3956524"/>
            <a:ext cx="5558600" cy="18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9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9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Генеративно-состязательные сети (GAN)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9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9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9"/>
          <p:cNvSpPr/>
          <p:nvPr/>
        </p:nvSpPr>
        <p:spPr>
          <a:xfrm>
            <a:off x="1973975" y="2545975"/>
            <a:ext cx="2574600" cy="7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Генератор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8" name="Google Shape;908;p19"/>
          <p:cNvSpPr/>
          <p:nvPr/>
        </p:nvSpPr>
        <p:spPr>
          <a:xfrm>
            <a:off x="5672625" y="2115625"/>
            <a:ext cx="2574600" cy="163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Сгенерированное изображение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9" name="Google Shape;909;p19"/>
          <p:cNvSpPr/>
          <p:nvPr/>
        </p:nvSpPr>
        <p:spPr>
          <a:xfrm>
            <a:off x="9068350" y="2373475"/>
            <a:ext cx="2574600" cy="111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Дискриминатор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0" name="Google Shape;910;p19"/>
          <p:cNvSpPr txBox="1"/>
          <p:nvPr/>
        </p:nvSpPr>
        <p:spPr>
          <a:xfrm>
            <a:off x="190625" y="2604600"/>
            <a:ext cx="14067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Montserrat"/>
                <a:ea typeface="Montserrat"/>
                <a:cs typeface="Montserrat"/>
                <a:sym typeface="Montserrat"/>
              </a:rPr>
              <a:t>входной сигнал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1" name="Google Shape;911;p19"/>
          <p:cNvSpPr/>
          <p:nvPr/>
        </p:nvSpPr>
        <p:spPr>
          <a:xfrm>
            <a:off x="4614100" y="2682625"/>
            <a:ext cx="993000" cy="49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9"/>
          <p:cNvSpPr/>
          <p:nvPr/>
        </p:nvSpPr>
        <p:spPr>
          <a:xfrm>
            <a:off x="8314588" y="2682625"/>
            <a:ext cx="686400" cy="49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9"/>
          <p:cNvSpPr/>
          <p:nvPr/>
        </p:nvSpPr>
        <p:spPr>
          <a:xfrm>
            <a:off x="1287576" y="2777400"/>
            <a:ext cx="686400" cy="42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4" name="Google Shape;914;p19"/>
          <p:cNvCxnSpPr>
            <a:stCxn id="909" idx="3"/>
          </p:cNvCxnSpPr>
          <p:nvPr/>
        </p:nvCxnSpPr>
        <p:spPr>
          <a:xfrm>
            <a:off x="11642950" y="2930875"/>
            <a:ext cx="358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5" name="Google Shape;915;p19"/>
          <p:cNvSpPr txBox="1"/>
          <p:nvPr/>
        </p:nvSpPr>
        <p:spPr>
          <a:xfrm>
            <a:off x="11710300" y="2513275"/>
            <a:ext cx="358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20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0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Генеративно-состязательные сети (GAN)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0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0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0"/>
          <p:cNvSpPr/>
          <p:nvPr/>
        </p:nvSpPr>
        <p:spPr>
          <a:xfrm>
            <a:off x="1996275" y="3984475"/>
            <a:ext cx="2574600" cy="7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Генератор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6" name="Google Shape;926;p20"/>
          <p:cNvSpPr/>
          <p:nvPr/>
        </p:nvSpPr>
        <p:spPr>
          <a:xfrm>
            <a:off x="5694925" y="3554125"/>
            <a:ext cx="2574600" cy="163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Сгенерированное изображение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7" name="Google Shape;927;p20"/>
          <p:cNvSpPr/>
          <p:nvPr/>
        </p:nvSpPr>
        <p:spPr>
          <a:xfrm>
            <a:off x="9090650" y="3811975"/>
            <a:ext cx="2574600" cy="111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Дискриминатор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8" name="Google Shape;928;p20"/>
          <p:cNvSpPr txBox="1"/>
          <p:nvPr/>
        </p:nvSpPr>
        <p:spPr>
          <a:xfrm>
            <a:off x="212925" y="4043100"/>
            <a:ext cx="14067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Montserrat"/>
                <a:ea typeface="Montserrat"/>
                <a:cs typeface="Montserrat"/>
                <a:sym typeface="Montserrat"/>
              </a:rPr>
              <a:t>входной сигнал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9" name="Google Shape;929;p20"/>
          <p:cNvSpPr/>
          <p:nvPr/>
        </p:nvSpPr>
        <p:spPr>
          <a:xfrm>
            <a:off x="4636400" y="4121125"/>
            <a:ext cx="993000" cy="49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0"/>
          <p:cNvSpPr/>
          <p:nvPr/>
        </p:nvSpPr>
        <p:spPr>
          <a:xfrm>
            <a:off x="8336888" y="4121125"/>
            <a:ext cx="686400" cy="49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0"/>
          <p:cNvSpPr/>
          <p:nvPr/>
        </p:nvSpPr>
        <p:spPr>
          <a:xfrm>
            <a:off x="1309876" y="4215900"/>
            <a:ext cx="686400" cy="42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2" name="Google Shape;932;p20"/>
          <p:cNvCxnSpPr>
            <a:stCxn id="927" idx="3"/>
          </p:cNvCxnSpPr>
          <p:nvPr/>
        </p:nvCxnSpPr>
        <p:spPr>
          <a:xfrm>
            <a:off x="11665250" y="4369375"/>
            <a:ext cx="358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3" name="Google Shape;933;p20"/>
          <p:cNvSpPr txBox="1"/>
          <p:nvPr/>
        </p:nvSpPr>
        <p:spPr>
          <a:xfrm>
            <a:off x="11732600" y="3951775"/>
            <a:ext cx="358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4" name="Google Shape;934;p20"/>
          <p:cNvSpPr/>
          <p:nvPr/>
        </p:nvSpPr>
        <p:spPr>
          <a:xfrm>
            <a:off x="1773050" y="1137425"/>
            <a:ext cx="3122400" cy="219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5" name="Google Shape;9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275" y="1227125"/>
            <a:ext cx="933575" cy="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2200" y="1667778"/>
            <a:ext cx="822900" cy="83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2063" y="1968025"/>
            <a:ext cx="822900" cy="803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1925" y="2352725"/>
            <a:ext cx="822900" cy="793855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20"/>
          <p:cNvSpPr/>
          <p:nvPr/>
        </p:nvSpPr>
        <p:spPr>
          <a:xfrm rot="5400000">
            <a:off x="6816200" y="47275"/>
            <a:ext cx="1834500" cy="56760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0"/>
          <p:cNvSpPr txBox="1"/>
          <p:nvPr/>
        </p:nvSpPr>
        <p:spPr>
          <a:xfrm>
            <a:off x="9389750" y="5121050"/>
            <a:ext cx="1976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Montserrat"/>
                <a:ea typeface="Montserrat"/>
                <a:cs typeface="Montserrat"/>
                <a:sym typeface="Montserrat"/>
              </a:rPr>
              <a:t>y = sigmoid(y)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1" name="Google Shape;941;p20"/>
          <p:cNvSpPr txBox="1"/>
          <p:nvPr/>
        </p:nvSpPr>
        <p:spPr>
          <a:xfrm>
            <a:off x="9389750" y="5617550"/>
            <a:ext cx="1976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y &gt; 0,5 -&gt; real</a:t>
            </a:r>
            <a:endParaRPr b="1" sz="1900">
              <a:solidFill>
                <a:srgbClr val="A64D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20"/>
          <p:cNvSpPr/>
          <p:nvPr/>
        </p:nvSpPr>
        <p:spPr>
          <a:xfrm rot="10800000">
            <a:off x="9269075" y="5617550"/>
            <a:ext cx="178500" cy="1070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64D79"/>
              </a:solidFill>
            </a:endParaRPr>
          </a:p>
        </p:txBody>
      </p:sp>
      <p:sp>
        <p:nvSpPr>
          <p:cNvPr id="943" name="Google Shape;943;p20"/>
          <p:cNvSpPr txBox="1"/>
          <p:nvPr/>
        </p:nvSpPr>
        <p:spPr>
          <a:xfrm>
            <a:off x="9389750" y="6250975"/>
            <a:ext cx="1976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y ≤ 0,5 -&gt; fake</a:t>
            </a:r>
            <a:endParaRPr b="1" sz="1900">
              <a:solidFill>
                <a:srgbClr val="A64D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4" name="Google Shape;94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8800" y="4943750"/>
            <a:ext cx="686400" cy="64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150" y="5721775"/>
            <a:ext cx="6477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20"/>
          <p:cNvSpPr txBox="1"/>
          <p:nvPr/>
        </p:nvSpPr>
        <p:spPr>
          <a:xfrm>
            <a:off x="1619625" y="5019088"/>
            <a:ext cx="1976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real_out = y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20"/>
          <p:cNvSpPr txBox="1"/>
          <p:nvPr/>
        </p:nvSpPr>
        <p:spPr>
          <a:xfrm>
            <a:off x="1619625" y="5780413"/>
            <a:ext cx="1976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fake</a:t>
            </a: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_out = y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21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1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Генеративно-состязательные сети (GAN)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1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6" name="Google Shape;956;p21" title="makeba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4350" y="1417260"/>
            <a:ext cx="4581525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21" title="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700" y="2398335"/>
            <a:ext cx="5467350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2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2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Генеративно-состязательные сети (GAN)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2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6" name="Google Shape;9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900" y="3208910"/>
            <a:ext cx="14478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000" y="3213673"/>
            <a:ext cx="14859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2125" y="3208923"/>
            <a:ext cx="143827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1875" y="1569660"/>
            <a:ext cx="446722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22"/>
          <p:cNvSpPr txBox="1"/>
          <p:nvPr/>
        </p:nvSpPr>
        <p:spPr>
          <a:xfrm>
            <a:off x="2225700" y="3797775"/>
            <a:ext cx="4413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1" name="Google Shape;971;p22"/>
          <p:cNvSpPr txBox="1"/>
          <p:nvPr/>
        </p:nvSpPr>
        <p:spPr>
          <a:xfrm>
            <a:off x="4186863" y="3797775"/>
            <a:ext cx="4413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2" name="Google Shape;972;p22"/>
          <p:cNvSpPr txBox="1"/>
          <p:nvPr/>
        </p:nvSpPr>
        <p:spPr>
          <a:xfrm>
            <a:off x="6366500" y="3797775"/>
            <a:ext cx="4413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Montserrat"/>
                <a:ea typeface="Montserrat"/>
                <a:cs typeface="Montserrat"/>
                <a:sym typeface="Montserrat"/>
              </a:rPr>
              <a:t>=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3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ВЫХОД ЕСТЬ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3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Генеративно-состязательные сети (GAN)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3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19/23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3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3"/>
          <p:cNvSpPr/>
          <p:nvPr/>
        </p:nvSpPr>
        <p:spPr>
          <a:xfrm>
            <a:off x="1996275" y="3984475"/>
            <a:ext cx="2574600" cy="7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Генератор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3" name="Google Shape;983;p23"/>
          <p:cNvSpPr/>
          <p:nvPr/>
        </p:nvSpPr>
        <p:spPr>
          <a:xfrm>
            <a:off x="5694925" y="3554125"/>
            <a:ext cx="2574600" cy="163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Сгенерированное изображение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4" name="Google Shape;984;p23"/>
          <p:cNvSpPr/>
          <p:nvPr/>
        </p:nvSpPr>
        <p:spPr>
          <a:xfrm>
            <a:off x="9090650" y="3811975"/>
            <a:ext cx="2574600" cy="111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Montserrat"/>
                <a:ea typeface="Montserrat"/>
                <a:cs typeface="Montserrat"/>
                <a:sym typeface="Montserrat"/>
              </a:rPr>
              <a:t>Дискриминатор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5" name="Google Shape;985;p23"/>
          <p:cNvSpPr/>
          <p:nvPr/>
        </p:nvSpPr>
        <p:spPr>
          <a:xfrm>
            <a:off x="4636400" y="4121125"/>
            <a:ext cx="993000" cy="49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3"/>
          <p:cNvSpPr/>
          <p:nvPr/>
        </p:nvSpPr>
        <p:spPr>
          <a:xfrm>
            <a:off x="8336888" y="4121125"/>
            <a:ext cx="686400" cy="49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3"/>
          <p:cNvSpPr/>
          <p:nvPr/>
        </p:nvSpPr>
        <p:spPr>
          <a:xfrm>
            <a:off x="1309876" y="4215900"/>
            <a:ext cx="686400" cy="42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8" name="Google Shape;988;p23"/>
          <p:cNvCxnSpPr>
            <a:stCxn id="984" idx="3"/>
          </p:cNvCxnSpPr>
          <p:nvPr/>
        </p:nvCxnSpPr>
        <p:spPr>
          <a:xfrm>
            <a:off x="11665250" y="4369375"/>
            <a:ext cx="358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9" name="Google Shape;989;p23"/>
          <p:cNvSpPr txBox="1"/>
          <p:nvPr/>
        </p:nvSpPr>
        <p:spPr>
          <a:xfrm>
            <a:off x="11732600" y="3951775"/>
            <a:ext cx="358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0" name="Google Shape;990;p23"/>
          <p:cNvSpPr/>
          <p:nvPr/>
        </p:nvSpPr>
        <p:spPr>
          <a:xfrm>
            <a:off x="1773050" y="1137425"/>
            <a:ext cx="3122400" cy="219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1" name="Google Shape;99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275" y="1227125"/>
            <a:ext cx="933575" cy="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2200" y="1667778"/>
            <a:ext cx="822900" cy="83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2063" y="1968025"/>
            <a:ext cx="822900" cy="803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1925" y="2352725"/>
            <a:ext cx="822900" cy="793855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23"/>
          <p:cNvSpPr/>
          <p:nvPr/>
        </p:nvSpPr>
        <p:spPr>
          <a:xfrm rot="5400000">
            <a:off x="6816200" y="47275"/>
            <a:ext cx="1834500" cy="56760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3"/>
          <p:cNvSpPr txBox="1"/>
          <p:nvPr/>
        </p:nvSpPr>
        <p:spPr>
          <a:xfrm>
            <a:off x="9389750" y="5121050"/>
            <a:ext cx="1976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Montserrat"/>
                <a:ea typeface="Montserrat"/>
                <a:cs typeface="Montserrat"/>
                <a:sym typeface="Montserrat"/>
              </a:rPr>
              <a:t>y = sigmoid(y)</a:t>
            </a:r>
            <a:endParaRPr b="1"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7" name="Google Shape;997;p23"/>
          <p:cNvSpPr txBox="1"/>
          <p:nvPr/>
        </p:nvSpPr>
        <p:spPr>
          <a:xfrm>
            <a:off x="9389750" y="5617550"/>
            <a:ext cx="1976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y &gt; 0,5 -&gt; real</a:t>
            </a:r>
            <a:endParaRPr b="1" sz="1900">
              <a:solidFill>
                <a:srgbClr val="A64D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8" name="Google Shape;998;p23"/>
          <p:cNvSpPr/>
          <p:nvPr/>
        </p:nvSpPr>
        <p:spPr>
          <a:xfrm rot="10800000">
            <a:off x="9269075" y="5617550"/>
            <a:ext cx="178500" cy="1070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64D79"/>
              </a:solidFill>
            </a:endParaRPr>
          </a:p>
        </p:txBody>
      </p:sp>
      <p:sp>
        <p:nvSpPr>
          <p:cNvPr id="999" name="Google Shape;999;p23"/>
          <p:cNvSpPr txBox="1"/>
          <p:nvPr/>
        </p:nvSpPr>
        <p:spPr>
          <a:xfrm>
            <a:off x="9389750" y="6250975"/>
            <a:ext cx="1976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y ≤ 0,5 -&gt; fake</a:t>
            </a:r>
            <a:endParaRPr b="1" sz="1900">
              <a:solidFill>
                <a:srgbClr val="A64D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0" name="Google Shape;100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8800" y="4943750"/>
            <a:ext cx="686400" cy="64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150" y="5721775"/>
            <a:ext cx="6477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23"/>
          <p:cNvSpPr txBox="1"/>
          <p:nvPr/>
        </p:nvSpPr>
        <p:spPr>
          <a:xfrm>
            <a:off x="1619625" y="5019088"/>
            <a:ext cx="1976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real_out = y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3" name="Google Shape;1003;p23"/>
          <p:cNvSpPr txBox="1"/>
          <p:nvPr/>
        </p:nvSpPr>
        <p:spPr>
          <a:xfrm>
            <a:off x="1619625" y="5780413"/>
            <a:ext cx="1976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fake_out = y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4" name="Google Shape;1004;p23" title="апапапупе4цукпкемек4м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4727" y="3681659"/>
            <a:ext cx="1175150" cy="1194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